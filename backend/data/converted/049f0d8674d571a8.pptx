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docProps/app.xml" ContentType="application/vnd.openxmlformats-officedocument.extended-properties+xml"/>
  <Override PartName="/ppt/theme/theme1.xml" ContentType="application/vnd.openxmlformats-officedocument.theme+xml"/>
  <Override PartName="/ppt/theme/theme3.xml" ContentType="application/vnd.openxmlformats-officedocument.theme+xml"/>
  <Override PartName="/ppt/presentation.xml" ContentType="application/vnd.openxmlformats-officedocument.presentationml.presentation.main+xml"/>
  <Override PartName="/ppt/notesMasters/notesMaster1.xml" ContentType="application/vnd.openxmlformats-officedocument.presentationml.notesMaster+xml"/>
  <Override PartName="/ppt/media/image2.wmf" ContentType="image/x-wmf"/>
  <Override PartName="/ppt/media/image3.wmf" ContentType="image/x-wmf"/>
  <Override PartName="/ppt/embeddings/oleObject1.xlsx" ContentType="application/vnd.openxmlformats-officedocument.spreadsheetml.sheet"/>
  <Override PartName="/ppt/embeddings/oleObject2.xlsx" ContentType="application/vnd.openxmlformats-officedocument.spreadsheetml.sheet"/>
  <Override PartName="/ppt/slideMasters/slideMaster1.xml" ContentType="application/vnd.openxmlformats-officedocument.presentationml.slideMaster+xml"/>
  <Override PartName="/ppt/notesSlides/notesSlide14.xml" ContentType="application/vnd.openxmlformats-officedocument.presentationml.notesSlide+xml"/>
  <Override PartName="/ppt/notesSlides/notesSlide20.xml" ContentType="application/vnd.openxmlformats-officedocument.presentationml.notesSlide+xml"/>
  <Override PartName="/ppt/notesSlides/notesSlide15.xml" ContentType="application/vnd.openxmlformats-officedocument.presentationml.notesSlide+xml"/>
  <Override PartName="/ppt/notesSlides/notesSlide21.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3.xml" ContentType="application/vnd.openxmlformats-officedocument.presentationml.notesSlide+xml"/>
  <Override PartName="/ppt/notesSlides/notesSlide18.xml" ContentType="application/vnd.openxmlformats-officedocument.presentationml.notesSlide+xml"/>
  <Override PartName="/ppt/notesSlides/notesSlide22.xml" ContentType="application/vnd.openxmlformats-officedocument.presentationml.notesSlide+xml"/>
  <Override PartName="/ppt/notesSlides/notesSlide19.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s/slide18.xml" ContentType="application/vnd.openxmlformats-officedocument.presentationml.slide+xml"/>
  <Override PartName="/ppt/slides/slide1.xml" ContentType="application/vnd.openxmlformats-officedocument.presentationml.slide+xml"/>
  <Override PartName="/ppt/slides/slide20.xml" ContentType="application/vnd.openxmlformats-officedocument.presentationml.slide+xml"/>
  <Override PartName="/ppt/slides/slide2.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22.xml" ContentType="application/vnd.openxmlformats-officedocument.presentationml.slide+xml"/>
  <Override PartName="/ppt/slides/slide5.xml" ContentType="application/vnd.openxmlformats-officedocument.presentationml.slide+xml"/>
  <Override PartName="/ppt/slides/slide23.xml" ContentType="application/vnd.openxmlformats-officedocument.presentationml.slide+xml"/>
  <Override PartName="/ppt/slides/slide6.xml" ContentType="application/vnd.openxmlformats-officedocument.presentationml.slide+xml"/>
  <Override PartName="/ppt/slides/slide24.xml" ContentType="application/vnd.openxmlformats-officedocument.presentationml.slide+xml"/>
  <Override PartName="/ppt/slides/slide7.xml" ContentType="application/vnd.openxmlformats-officedocument.presentationml.slide+xml"/>
  <Override PartName="/ppt/slides/slide25.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26.xml" ContentType="application/vnd.openxmlformats-officedocument.presentationml.slide+xml"/>
  <Override PartName="/ppt/slides/slide10.xml" ContentType="application/vnd.openxmlformats-officedocument.presentationml.slide+xml"/>
  <Override PartName="/ppt/slides/slide9.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Lst>
  <p:sldSz cx="9144000" cy="6858000"/>
  <p:notesSz cx="6858000" cy="9144000"/>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slide" Target="slides/slide24.xml"/><Relationship Id="rId28" Type="http://schemas.openxmlformats.org/officeDocument/2006/relationships/slide" Target="slides/slide25.xml"/><Relationship Id="rId29" Type="http://schemas.openxmlformats.org/officeDocument/2006/relationships/slide" Target="slides/slide26.xml"/><Relationship Id="rId30"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3.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4" name=""/>
          <p:cNvSpPr/>
          <p:nvPr/>
        </p:nvSpPr>
        <p:spPr>
          <a:xfrm>
            <a:off x="0" y="0"/>
            <a:ext cx="6858000" cy="9144000"/>
          </a:xfrm>
          <a:prstGeom prst="rect">
            <a:avLst/>
          </a:prstGeom>
          <a:solidFill>
            <a:srgbClr val="FFFFFF"/>
          </a:solidFill>
          <a:ln w="0">
            <a:noFill/>
          </a:ln>
        </p:spPr>
        <p:txBody>
          <a:bodyPr lIns="90000" tIns="45000" rIns="90000" bIns="45000" anchor="ctr" anchorCtr="1">
            <a:noAutofit/>
          </a:bodyPr>
          <a:p>
            <a:endParaRPr lang="en-US" sz="2400" b="0" u="none" strike="noStrike">
              <a:solidFill>
                <a:srgbClr val="000000"/>
              </a:solidFill>
              <a:effectLst/>
              <a:uFillTx/>
              <a:latin typeface="Times New Roman"/>
            </a:endParaRPr>
          </a:p>
        </p:txBody>
      </p:sp>
      <p:sp>
        <p:nvSpPr>
          <p:cNvPr id="135" name="PlaceHolder 1"/>
          <p:cNvSpPr>
            <a:spLocks noGrp="1"/>
          </p:cNvSpPr>
          <p:nvPr>
            <p:ph type="hdr"/>
          </p:nvPr>
        </p:nvSpPr>
        <p:spPr>
          <a:xfrm>
            <a:off x="-360" y="0"/>
            <a:ext cx="2971800" cy="457200"/>
          </a:xfrm>
          <a:prstGeom prst="rect">
            <a:avLst/>
          </a:prstGeom>
          <a:noFill/>
          <a:ln w="0">
            <a:noFill/>
          </a:ln>
        </p:spPr>
        <p:txBody>
          <a:bodyPr lIns="90000" tIns="46800" rIns="90000" bIns="46800" anchor="t">
            <a:noAutofit/>
          </a:bodyPr>
          <a:p>
            <a:pPr indent="0" algn="l">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imes New Roman"/>
            </a:endParaRPr>
          </a:p>
        </p:txBody>
      </p:sp>
      <p:sp>
        <p:nvSpPr>
          <p:cNvPr id="136" name="PlaceHolder 2"/>
          <p:cNvSpPr>
            <a:spLocks noGrp="1"/>
          </p:cNvSpPr>
          <p:nvPr>
            <p:ph type="dt" idx="7"/>
          </p:nvPr>
        </p:nvSpPr>
        <p:spPr>
          <a:xfrm>
            <a:off x="3885840" y="0"/>
            <a:ext cx="2971800" cy="457200"/>
          </a:xfrm>
          <a:prstGeom prst="rect">
            <a:avLst/>
          </a:prstGeom>
          <a:noFill/>
          <a:ln w="0">
            <a:noFill/>
          </a:ln>
        </p:spPr>
        <p:txBody>
          <a:bodyPr lIns="90000" tIns="46800" rIns="90000" bIns="46800" anchor="t">
            <a:noAutofit/>
          </a:bodyPr>
          <a:p>
            <a:pPr indent="0" algn="l">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imes New Roman"/>
            </a:endParaRPr>
          </a:p>
        </p:txBody>
      </p:sp>
      <p:sp>
        <p:nvSpPr>
          <p:cNvPr id="137" name="PlaceHolder 3"/>
          <p:cNvSpPr>
            <a:spLocks noGrp="1"/>
          </p:cNvSpPr>
          <p:nvPr>
            <p:ph type="sldImg"/>
          </p:nvPr>
        </p:nvSpPr>
        <p:spPr>
          <a:xfrm>
            <a:off x="1143000" y="685440"/>
            <a:ext cx="4572000" cy="3429000"/>
          </a:xfrm>
          <a:prstGeom prst="rect">
            <a:avLst/>
          </a:prstGeom>
          <a:noFill/>
          <a:ln w="9360">
            <a:solidFill>
              <a:srgbClr val="000000"/>
            </a:solidFill>
            <a:miter/>
          </a:ln>
        </p:spPr>
        <p:txBody>
          <a:bodyPr lIns="90000" tIns="46800" rIns="90000" bIns="46800" anchor="ctr">
            <a:noAutofit/>
          </a:bodyPr>
          <a:p>
            <a:pPr indent="0" algn="l">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4400" b="0" u="none" strike="noStrike">
                <a:solidFill>
                  <a:srgbClr val="FFFFFF"/>
                </a:solidFill>
                <a:effectLst/>
                <a:uFillTx/>
                <a:latin typeface="Times New Roman"/>
              </a:rPr>
              <a:t>单击以移动幻灯片</a:t>
            </a:r>
            <a:endParaRPr lang="en-US" sz="4400" b="0" u="none" strike="noStrike">
              <a:solidFill>
                <a:srgbClr val="FFFFFF"/>
              </a:solidFill>
              <a:effectLst/>
              <a:uFillTx/>
              <a:latin typeface="Times New Roman"/>
            </a:endParaRPr>
          </a:p>
        </p:txBody>
      </p:sp>
      <p:sp>
        <p:nvSpPr>
          <p:cNvPr id="138" name="PlaceHolder 4"/>
          <p:cNvSpPr>
            <a:spLocks noGrp="1"/>
          </p:cNvSpPr>
          <p:nvPr>
            <p:ph type="body"/>
          </p:nvPr>
        </p:nvSpPr>
        <p:spPr>
          <a:xfrm>
            <a:off x="914400" y="4343400"/>
            <a:ext cx="5029200" cy="4114800"/>
          </a:xfrm>
          <a:prstGeom prst="rect">
            <a:avLst/>
          </a:prstGeom>
          <a:noFill/>
          <a:ln w="0">
            <a:noFill/>
          </a:ln>
        </p:spPr>
        <p:txBody>
          <a:bodyPr lIns="90000" tIns="46800" rIns="90000" bIns="46800" anchor="t">
            <a:noAutofit/>
          </a:bodyPr>
          <a:p>
            <a:pPr indent="0" algn="l">
              <a:spcBef>
                <a:spcPts val="45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1200" b="0" u="none" strike="noStrike">
                <a:solidFill>
                  <a:srgbClr val="000000"/>
                </a:solidFill>
                <a:effectLst/>
                <a:uFillTx/>
                <a:latin typeface="Times New Roman"/>
              </a:rPr>
              <a:t>点击编辑备注格式</a:t>
            </a:r>
            <a:endParaRPr lang="en-US" sz="1200" b="0" u="none" strike="noStrike">
              <a:solidFill>
                <a:srgbClr val="000000"/>
              </a:solidFill>
              <a:effectLst/>
              <a:uFillTx/>
              <a:latin typeface="Times New Roman"/>
            </a:endParaRPr>
          </a:p>
        </p:txBody>
      </p:sp>
      <p:sp>
        <p:nvSpPr>
          <p:cNvPr id="139" name="PlaceHolder 5"/>
          <p:cNvSpPr>
            <a:spLocks noGrp="1"/>
          </p:cNvSpPr>
          <p:nvPr>
            <p:ph type="ftr" idx="8"/>
          </p:nvPr>
        </p:nvSpPr>
        <p:spPr>
          <a:xfrm>
            <a:off x="-360" y="8686800"/>
            <a:ext cx="2971800" cy="457200"/>
          </a:xfrm>
          <a:prstGeom prst="rect">
            <a:avLst/>
          </a:prstGeom>
          <a:noFill/>
          <a:ln w="0">
            <a:noFill/>
          </a:ln>
        </p:spPr>
        <p:txBody>
          <a:bodyPr lIns="90000" tIns="46800" rIns="90000" bIns="46800" anchor="b">
            <a:noAutofit/>
          </a:bodyPr>
          <a:p>
            <a:pPr indent="0" algn="l">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imes New Roman"/>
            </a:endParaRPr>
          </a:p>
        </p:txBody>
      </p:sp>
      <p:sp>
        <p:nvSpPr>
          <p:cNvPr id="140" name="PlaceHolder 6"/>
          <p:cNvSpPr>
            <a:spLocks noGrp="1"/>
          </p:cNvSpPr>
          <p:nvPr>
            <p:ph type="sldNum" idx="9"/>
          </p:nvPr>
        </p:nvSpPr>
        <p:spPr>
          <a:xfrm>
            <a:off x="3885840" y="8686800"/>
            <a:ext cx="2971800" cy="457200"/>
          </a:xfrm>
          <a:prstGeom prst="rect">
            <a:avLst/>
          </a:prstGeom>
          <a:noFill/>
          <a:ln w="0">
            <a:noFill/>
          </a:ln>
        </p:spPr>
        <p:txBody>
          <a:bodyPr lIns="90000" tIns="46800" rIns="90000" bIns="46800" anchor="b">
            <a:noAutofit/>
          </a:bodyPr>
          <a:lstStyle>
            <a:lvl1pPr indent="0" algn="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lang="en-US" sz="1200" b="0" u="none" strike="noStrike">
                <a:solidFill>
                  <a:srgbClr val="000000"/>
                </a:solidFill>
                <a:effectLst/>
                <a:uFillTx/>
                <a:latin typeface="Times New Roman"/>
                <a:ea typeface="宋体"/>
              </a:defRPr>
            </a:lvl1pPr>
          </a:lstStyle>
          <a:p>
            <a:pPr indent="0" algn="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D0B4D173-EA00-4A27-8DF6-E5E5B76B969B}" type="slidenum">
              <a:rPr lang="en-US" sz="1200" b="0" u="none" strike="noStrike">
                <a:solidFill>
                  <a:srgbClr val="000000"/>
                </a:solidFill>
                <a:effectLst/>
                <a:uFillTx/>
                <a:latin typeface="Times New Roman"/>
                <a:ea typeface="宋体"/>
              </a:rPr>
              <a:t>&lt;编号&gt;</a:t>
            </a:fld>
            <a:endParaRPr lang="en-US" sz="1200" b="0" u="none" strike="noStrik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
</Relationships>
</file>

<file path=ppt/notesSlides/_rels/notesSlide17.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
</Relationships>
</file>

<file path=ppt/notesSlides/_rels/notesSlide18.xml.rels><?xml version="1.0" encoding="UTF-8"?>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
</Relationships>
</file>

<file path=ppt/notesSlides/_rels/notesSlide19.xml.rels><?xml version="1.0" encoding="UTF-8"?>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
</Relationships>
</file>

<file path=ppt/notesSlides/_rels/notesSlide20.xml.rels><?xml version="1.0" encoding="UTF-8"?>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
</Relationships>
</file>

<file path=ppt/notesSlides/_rels/notesSlide21.xml.rels><?xml version="1.0" encoding="UTF-8"?>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
</Relationships>
</file>

<file path=ppt/notesSlides/_rels/notesSlide22.xml.rels><?xml version="1.0" encoding="UTF-8"?>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
</Relationships>
</file>

<file path=ppt/notesSlides/_rels/notesSlide23.xml.rels><?xml version="1.0" encoding="UTF-8"?>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
</Relationships>
</file>

<file path=ppt/notesSlides/_rels/notesSlide24.xml.rels><?xml version="1.0" encoding="UTF-8"?>
<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
</Relationships>
</file>

<file path=ppt/notesSlides/_rels/notesSlide25.xml.rels><?xml version="1.0" encoding="UTF-8"?>
<Relationships xmlns="http://schemas.openxmlformats.org/package/2006/relationships"><Relationship Id="rId1" Type="http://schemas.openxmlformats.org/officeDocument/2006/relationships/slide" Target="../slides/slide25.xml"/><Relationship Id="rId2" Type="http://schemas.openxmlformats.org/officeDocument/2006/relationships/notesMaster" Target="../notesMasters/notesMaster1.xml"/>
</Relationships>
</file>

<file path=ppt/notesSlides/_rels/notesSlide26.xml.rels><?xml version="1.0" encoding="UTF-8"?>
<Relationships xmlns="http://schemas.openxmlformats.org/package/2006/relationships"><Relationship Id="rId1" Type="http://schemas.openxmlformats.org/officeDocument/2006/relationships/slide" Target="../slides/slide26.xml"/><Relationship Id="rId2" Type="http://schemas.openxmlformats.org/officeDocument/2006/relationships/notesMaster" Target="../notesMasters/notesMaster1.xml"/>
</Relationship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6" name="Rectangle 7"/>
          <p:cNvSpPr/>
          <p:nvPr/>
        </p:nvSpPr>
        <p:spPr>
          <a:xfrm>
            <a:off x="3886200" y="8686800"/>
            <a:ext cx="2971800" cy="457200"/>
          </a:xfrm>
          <a:prstGeom prst="rect">
            <a:avLst/>
          </a:prstGeom>
          <a:noFill/>
          <a:ln w="0">
            <a:noFill/>
          </a:ln>
        </p:spPr>
        <p:style>
          <a:lnRef idx="0"/>
          <a:fillRef idx="0"/>
          <a:effectRef idx="0"/>
          <a:fontRef idx="minor"/>
        </p:style>
        <p:txBody>
          <a:bodyPr lIns="90000" tIns="46800" rIns="90000" bIns="46800" anchor="b">
            <a:noAutofit/>
          </a:bodyPr>
          <a:p>
            <a:pPr algn="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0740E8CB-21EE-4BDD-B5E8-29E60D3D610B}" type="slidenum">
              <a:rPr lang="en-US" sz="1200" b="0" u="none" strike="noStrike">
                <a:solidFill>
                  <a:srgbClr val="000000"/>
                </a:solidFill>
                <a:effectLst/>
                <a:uFillTx/>
                <a:latin typeface="Times New Roman"/>
                <a:ea typeface="宋体"/>
              </a:rPr>
              <a:t>&lt;编号&gt;</a:t>
            </a:fld>
            <a:endParaRPr lang="en-US" sz="1200" b="0" u="none" strike="noStrike">
              <a:solidFill>
                <a:srgbClr val="000000"/>
              </a:solidFill>
              <a:effectLst/>
              <a:uFillTx/>
              <a:latin typeface="Times New Roman"/>
            </a:endParaRPr>
          </a:p>
        </p:txBody>
      </p:sp>
      <p:sp>
        <p:nvSpPr>
          <p:cNvPr id="217" name="PlaceHolder 1"/>
          <p:cNvSpPr>
            <a:spLocks noGrp="1"/>
          </p:cNvSpPr>
          <p:nvPr>
            <p:ph type="sldImg"/>
          </p:nvPr>
        </p:nvSpPr>
        <p:spPr>
          <a:xfrm>
            <a:off x="1143000" y="685800"/>
            <a:ext cx="4572000" cy="3429000"/>
          </a:xfrm>
          <a:prstGeom prst="rect">
            <a:avLst/>
          </a:prstGeom>
          <a:ln w="0">
            <a:noFill/>
          </a:ln>
        </p:spPr>
      </p:sp>
      <p:sp>
        <p:nvSpPr>
          <p:cNvPr id="218" name="PlaceHolder 2"/>
          <p:cNvSpPr>
            <a:spLocks noGrp="1"/>
          </p:cNvSpPr>
          <p:nvPr>
            <p:ph type="body"/>
          </p:nvPr>
        </p:nvSpPr>
        <p:spPr>
          <a:xfrm>
            <a:off x="914400" y="4343400"/>
            <a:ext cx="5029200" cy="4114800"/>
          </a:xfrm>
          <a:prstGeom prst="rect">
            <a:avLst/>
          </a:prstGeom>
          <a:noFill/>
          <a:ln w="0">
            <a:noFill/>
          </a:ln>
        </p:spPr>
        <p:txBody>
          <a:bodyPr lIns="0" tIns="0" rIns="0" bIns="0" anchor="t">
            <a:noAutofit/>
          </a:bodyPr>
          <a:p>
            <a:pPr indent="0" algn="l">
              <a:spcBef>
                <a:spcPts val="45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zh-CN" sz="1200" b="0" u="none" strike="noStrike">
              <a:solidFill>
                <a:srgbClr val="000000"/>
              </a:solidFill>
              <a:effectLst/>
              <a:uFillTx/>
              <a:latin typeface="Times New Roman"/>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9" name="Rectangle 7"/>
          <p:cNvSpPr/>
          <p:nvPr/>
        </p:nvSpPr>
        <p:spPr>
          <a:xfrm>
            <a:off x="3886200" y="8686800"/>
            <a:ext cx="2971800" cy="457200"/>
          </a:xfrm>
          <a:prstGeom prst="rect">
            <a:avLst/>
          </a:prstGeom>
          <a:noFill/>
          <a:ln w="0">
            <a:noFill/>
          </a:ln>
        </p:spPr>
        <p:style>
          <a:lnRef idx="0"/>
          <a:fillRef idx="0"/>
          <a:effectRef idx="0"/>
          <a:fontRef idx="minor"/>
        </p:style>
        <p:txBody>
          <a:bodyPr lIns="90000" tIns="46800" rIns="90000" bIns="46800" anchor="b">
            <a:noAutofit/>
          </a:bodyPr>
          <a:p>
            <a:pPr algn="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BC979ABD-EEDF-48BA-BC7E-AB7C111822C9}" type="slidenum">
              <a:rPr lang="en-US" sz="1200" b="0" u="none" strike="noStrike">
                <a:solidFill>
                  <a:srgbClr val="000000"/>
                </a:solidFill>
                <a:effectLst/>
                <a:uFillTx/>
                <a:latin typeface="Times New Roman"/>
                <a:ea typeface="宋体"/>
              </a:rPr>
              <a:t>&lt;编号&gt;</a:t>
            </a:fld>
            <a:endParaRPr lang="en-US" sz="1200" b="0" u="none" strike="noStrike">
              <a:solidFill>
                <a:srgbClr val="000000"/>
              </a:solidFill>
              <a:effectLst/>
              <a:uFillTx/>
              <a:latin typeface="Times New Roman"/>
            </a:endParaRPr>
          </a:p>
        </p:txBody>
      </p:sp>
      <p:sp>
        <p:nvSpPr>
          <p:cNvPr id="220" name="PlaceHolder 1"/>
          <p:cNvSpPr>
            <a:spLocks noGrp="1"/>
          </p:cNvSpPr>
          <p:nvPr>
            <p:ph type="sldImg"/>
          </p:nvPr>
        </p:nvSpPr>
        <p:spPr>
          <a:xfrm>
            <a:off x="1143000" y="685800"/>
            <a:ext cx="4572000" cy="3429000"/>
          </a:xfrm>
          <a:prstGeom prst="rect">
            <a:avLst/>
          </a:prstGeom>
          <a:ln w="0">
            <a:noFill/>
          </a:ln>
        </p:spPr>
      </p:sp>
      <p:sp>
        <p:nvSpPr>
          <p:cNvPr id="221" name="PlaceHolder 2"/>
          <p:cNvSpPr>
            <a:spLocks noGrp="1"/>
          </p:cNvSpPr>
          <p:nvPr>
            <p:ph type="body"/>
          </p:nvPr>
        </p:nvSpPr>
        <p:spPr>
          <a:xfrm>
            <a:off x="685800" y="4343400"/>
            <a:ext cx="5486400" cy="4114800"/>
          </a:xfrm>
          <a:prstGeom prst="rect">
            <a:avLst/>
          </a:prstGeom>
          <a:noFill/>
          <a:ln w="0">
            <a:noFill/>
          </a:ln>
        </p:spPr>
        <p:txBody>
          <a:bodyPr lIns="0" tIns="0" rIns="0" bIns="0" anchor="t">
            <a:noAutofit/>
          </a:bodyPr>
          <a:p>
            <a:pPr indent="0" algn="l">
              <a:spcBef>
                <a:spcPts val="45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zh-CN" sz="1200" b="0" u="none" strike="noStrike">
              <a:solidFill>
                <a:srgbClr val="000000"/>
              </a:solidFill>
              <a:effectLst/>
              <a:uFillTx/>
              <a:latin typeface="Times New Roman"/>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2" name="Rectangle 7"/>
          <p:cNvSpPr/>
          <p:nvPr/>
        </p:nvSpPr>
        <p:spPr>
          <a:xfrm>
            <a:off x="3886200" y="8686800"/>
            <a:ext cx="2971800" cy="457200"/>
          </a:xfrm>
          <a:prstGeom prst="rect">
            <a:avLst/>
          </a:prstGeom>
          <a:noFill/>
          <a:ln w="0">
            <a:noFill/>
          </a:ln>
        </p:spPr>
        <p:style>
          <a:lnRef idx="0"/>
          <a:fillRef idx="0"/>
          <a:effectRef idx="0"/>
          <a:fontRef idx="minor"/>
        </p:style>
        <p:txBody>
          <a:bodyPr lIns="90000" tIns="46800" rIns="90000" bIns="46800" anchor="b">
            <a:noAutofit/>
          </a:bodyPr>
          <a:p>
            <a:pPr algn="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1C3C9B16-72DE-4075-8F6E-AC926D41172A}" type="slidenum">
              <a:rPr lang="en-US" sz="1200" b="0" u="none" strike="noStrike">
                <a:solidFill>
                  <a:srgbClr val="000000"/>
                </a:solidFill>
                <a:effectLst/>
                <a:uFillTx/>
                <a:latin typeface="Times New Roman"/>
                <a:ea typeface="宋体"/>
              </a:rPr>
              <a:t>&lt;编号&gt;</a:t>
            </a:fld>
            <a:endParaRPr lang="en-US" sz="1200" b="0" u="none" strike="noStrike">
              <a:solidFill>
                <a:srgbClr val="000000"/>
              </a:solidFill>
              <a:effectLst/>
              <a:uFillTx/>
              <a:latin typeface="Times New Roman"/>
            </a:endParaRPr>
          </a:p>
        </p:txBody>
      </p:sp>
      <p:sp>
        <p:nvSpPr>
          <p:cNvPr id="223" name="PlaceHolder 1"/>
          <p:cNvSpPr>
            <a:spLocks noGrp="1"/>
          </p:cNvSpPr>
          <p:nvPr>
            <p:ph type="sldImg"/>
          </p:nvPr>
        </p:nvSpPr>
        <p:spPr>
          <a:xfrm>
            <a:off x="1143000" y="685800"/>
            <a:ext cx="4572000" cy="3429000"/>
          </a:xfrm>
          <a:prstGeom prst="rect">
            <a:avLst/>
          </a:prstGeom>
          <a:ln w="0">
            <a:noFill/>
          </a:ln>
        </p:spPr>
      </p:sp>
      <p:sp>
        <p:nvSpPr>
          <p:cNvPr id="224" name="PlaceHolder 2"/>
          <p:cNvSpPr>
            <a:spLocks noGrp="1"/>
          </p:cNvSpPr>
          <p:nvPr>
            <p:ph type="body"/>
          </p:nvPr>
        </p:nvSpPr>
        <p:spPr>
          <a:xfrm>
            <a:off x="914400" y="4343400"/>
            <a:ext cx="5029200" cy="4114800"/>
          </a:xfrm>
          <a:prstGeom prst="rect">
            <a:avLst/>
          </a:prstGeom>
          <a:noFill/>
          <a:ln w="0">
            <a:noFill/>
          </a:ln>
        </p:spPr>
        <p:txBody>
          <a:bodyPr lIns="0" tIns="0" rIns="0" bIns="0" anchor="t">
            <a:noAutofit/>
          </a:bodyPr>
          <a:p>
            <a:pPr indent="0" algn="l">
              <a:spcBef>
                <a:spcPts val="45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zh-CN" sz="1200" b="0" u="none" strike="noStrike">
              <a:solidFill>
                <a:srgbClr val="000000"/>
              </a:solidFill>
              <a:effectLst/>
              <a:uFillTx/>
              <a:latin typeface="Times New Roman"/>
            </a:endParaRPr>
          </a:p>
        </p:txBody>
      </p:sp>
    </p:spTree>
  </p:cSld>
</p:notes>
</file>

<file path=ppt/notesSlides/notesSlide1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5" name="Rectangle 7"/>
          <p:cNvSpPr/>
          <p:nvPr/>
        </p:nvSpPr>
        <p:spPr>
          <a:xfrm>
            <a:off x="3886200" y="8686800"/>
            <a:ext cx="2971800" cy="457200"/>
          </a:xfrm>
          <a:prstGeom prst="rect">
            <a:avLst/>
          </a:prstGeom>
          <a:noFill/>
          <a:ln w="0">
            <a:noFill/>
          </a:ln>
        </p:spPr>
        <p:style>
          <a:lnRef idx="0"/>
          <a:fillRef idx="0"/>
          <a:effectRef idx="0"/>
          <a:fontRef idx="minor"/>
        </p:style>
        <p:txBody>
          <a:bodyPr lIns="90000" tIns="46800" rIns="90000" bIns="46800" anchor="b">
            <a:noAutofit/>
          </a:bodyPr>
          <a:p>
            <a:pPr algn="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4756AA3C-E8DD-4186-974C-2A243B7FC3C2}" type="slidenum">
              <a:rPr lang="en-US" sz="1200" b="0" u="none" strike="noStrike">
                <a:solidFill>
                  <a:srgbClr val="000000"/>
                </a:solidFill>
                <a:effectLst/>
                <a:uFillTx/>
                <a:latin typeface="Times New Roman"/>
                <a:ea typeface="宋体"/>
              </a:rPr>
              <a:t>&lt;编号&gt;</a:t>
            </a:fld>
            <a:endParaRPr lang="en-US" sz="1200" b="0" u="none" strike="noStrike">
              <a:solidFill>
                <a:srgbClr val="000000"/>
              </a:solidFill>
              <a:effectLst/>
              <a:uFillTx/>
              <a:latin typeface="Times New Roman"/>
            </a:endParaRPr>
          </a:p>
        </p:txBody>
      </p:sp>
      <p:sp>
        <p:nvSpPr>
          <p:cNvPr id="226" name="PlaceHolder 1"/>
          <p:cNvSpPr>
            <a:spLocks noGrp="1"/>
          </p:cNvSpPr>
          <p:nvPr>
            <p:ph type="sldImg"/>
          </p:nvPr>
        </p:nvSpPr>
        <p:spPr>
          <a:xfrm>
            <a:off x="1143000" y="685800"/>
            <a:ext cx="4572000" cy="3429000"/>
          </a:xfrm>
          <a:prstGeom prst="rect">
            <a:avLst/>
          </a:prstGeom>
          <a:ln w="0">
            <a:noFill/>
          </a:ln>
        </p:spPr>
      </p:sp>
      <p:sp>
        <p:nvSpPr>
          <p:cNvPr id="227" name="PlaceHolder 2"/>
          <p:cNvSpPr>
            <a:spLocks noGrp="1"/>
          </p:cNvSpPr>
          <p:nvPr>
            <p:ph type="body"/>
          </p:nvPr>
        </p:nvSpPr>
        <p:spPr>
          <a:xfrm>
            <a:off x="914400" y="4343400"/>
            <a:ext cx="5029200" cy="4114800"/>
          </a:xfrm>
          <a:prstGeom prst="rect">
            <a:avLst/>
          </a:prstGeom>
          <a:noFill/>
          <a:ln w="0">
            <a:noFill/>
          </a:ln>
        </p:spPr>
        <p:txBody>
          <a:bodyPr lIns="0" tIns="0" rIns="0" bIns="0" anchor="t">
            <a:noAutofit/>
          </a:bodyPr>
          <a:p>
            <a:pPr indent="0" algn="l">
              <a:spcBef>
                <a:spcPts val="45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zh-CN" sz="1200" b="0" u="none" strike="noStrike">
              <a:solidFill>
                <a:srgbClr val="000000"/>
              </a:solidFill>
              <a:effectLst/>
              <a:uFillTx/>
              <a:latin typeface="Times New Roman"/>
            </a:endParaRPr>
          </a:p>
        </p:txBody>
      </p:sp>
    </p:spTree>
  </p:cSld>
</p:notes>
</file>

<file path=ppt/notesSlides/notesSlide1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8" name="Rectangle 7"/>
          <p:cNvSpPr/>
          <p:nvPr/>
        </p:nvSpPr>
        <p:spPr>
          <a:xfrm>
            <a:off x="3886200" y="8686800"/>
            <a:ext cx="2971800" cy="457200"/>
          </a:xfrm>
          <a:prstGeom prst="rect">
            <a:avLst/>
          </a:prstGeom>
          <a:noFill/>
          <a:ln w="0">
            <a:noFill/>
          </a:ln>
        </p:spPr>
        <p:style>
          <a:lnRef idx="0"/>
          <a:fillRef idx="0"/>
          <a:effectRef idx="0"/>
          <a:fontRef idx="minor"/>
        </p:style>
        <p:txBody>
          <a:bodyPr lIns="90000" tIns="46800" rIns="90000" bIns="46800" anchor="b">
            <a:noAutofit/>
          </a:bodyPr>
          <a:p>
            <a:pPr algn="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EFCE7EFE-2AA8-4164-9950-9A7E36A2F7C5}" type="slidenum">
              <a:rPr lang="en-US" sz="1200" b="0" u="none" strike="noStrike">
                <a:solidFill>
                  <a:srgbClr val="000000"/>
                </a:solidFill>
                <a:effectLst/>
                <a:uFillTx/>
                <a:latin typeface="Times New Roman"/>
                <a:ea typeface="宋体"/>
              </a:rPr>
              <a:t>&lt;编号&gt;</a:t>
            </a:fld>
            <a:endParaRPr lang="en-US" sz="1200" b="0" u="none" strike="noStrike">
              <a:solidFill>
                <a:srgbClr val="000000"/>
              </a:solidFill>
              <a:effectLst/>
              <a:uFillTx/>
              <a:latin typeface="Times New Roman"/>
            </a:endParaRPr>
          </a:p>
        </p:txBody>
      </p:sp>
      <p:sp>
        <p:nvSpPr>
          <p:cNvPr id="229" name="PlaceHolder 1"/>
          <p:cNvSpPr>
            <a:spLocks noGrp="1"/>
          </p:cNvSpPr>
          <p:nvPr>
            <p:ph type="sldImg"/>
          </p:nvPr>
        </p:nvSpPr>
        <p:spPr>
          <a:xfrm>
            <a:off x="1143000" y="685800"/>
            <a:ext cx="4572000" cy="3429000"/>
          </a:xfrm>
          <a:prstGeom prst="rect">
            <a:avLst/>
          </a:prstGeom>
          <a:ln w="0">
            <a:noFill/>
          </a:ln>
        </p:spPr>
      </p:sp>
      <p:sp>
        <p:nvSpPr>
          <p:cNvPr id="230" name="PlaceHolder 2"/>
          <p:cNvSpPr>
            <a:spLocks noGrp="1"/>
          </p:cNvSpPr>
          <p:nvPr>
            <p:ph type="body"/>
          </p:nvPr>
        </p:nvSpPr>
        <p:spPr>
          <a:xfrm>
            <a:off x="914400" y="4343400"/>
            <a:ext cx="5029200" cy="4114800"/>
          </a:xfrm>
          <a:prstGeom prst="rect">
            <a:avLst/>
          </a:prstGeom>
          <a:noFill/>
          <a:ln w="0">
            <a:noFill/>
          </a:ln>
        </p:spPr>
        <p:txBody>
          <a:bodyPr lIns="0" tIns="0" rIns="0" bIns="0" anchor="t">
            <a:noAutofit/>
          </a:bodyPr>
          <a:p>
            <a:pPr indent="0" algn="l">
              <a:spcBef>
                <a:spcPts val="45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zh-CN" sz="1200" b="0" u="none" strike="noStrike">
              <a:solidFill>
                <a:srgbClr val="000000"/>
              </a:solidFill>
              <a:effectLst/>
              <a:uFillTx/>
              <a:latin typeface="Times New Roman"/>
            </a:endParaRPr>
          </a:p>
        </p:txBody>
      </p:sp>
    </p:spTree>
  </p:cSld>
</p:notes>
</file>

<file path=ppt/notesSlides/notesSlide1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1" name="Rectangle 7"/>
          <p:cNvSpPr/>
          <p:nvPr/>
        </p:nvSpPr>
        <p:spPr>
          <a:xfrm>
            <a:off x="3886200" y="8686800"/>
            <a:ext cx="2971800" cy="457200"/>
          </a:xfrm>
          <a:prstGeom prst="rect">
            <a:avLst/>
          </a:prstGeom>
          <a:noFill/>
          <a:ln w="0">
            <a:noFill/>
          </a:ln>
        </p:spPr>
        <p:style>
          <a:lnRef idx="0"/>
          <a:fillRef idx="0"/>
          <a:effectRef idx="0"/>
          <a:fontRef idx="minor"/>
        </p:style>
        <p:txBody>
          <a:bodyPr lIns="90000" tIns="46800" rIns="90000" bIns="46800" anchor="b">
            <a:noAutofit/>
          </a:bodyPr>
          <a:p>
            <a:pPr algn="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F4FB9E28-01D5-4DA3-BDC7-9D814434FA0E}" type="slidenum">
              <a:rPr lang="en-US" sz="1200" b="0" u="none" strike="noStrike">
                <a:solidFill>
                  <a:srgbClr val="000000"/>
                </a:solidFill>
                <a:effectLst/>
                <a:uFillTx/>
                <a:latin typeface="Times New Roman"/>
                <a:ea typeface="宋体"/>
              </a:rPr>
              <a:t>&lt;编号&gt;</a:t>
            </a:fld>
            <a:endParaRPr lang="en-US" sz="1200" b="0" u="none" strike="noStrike">
              <a:solidFill>
                <a:srgbClr val="000000"/>
              </a:solidFill>
              <a:effectLst/>
              <a:uFillTx/>
              <a:latin typeface="Times New Roman"/>
            </a:endParaRPr>
          </a:p>
        </p:txBody>
      </p:sp>
      <p:sp>
        <p:nvSpPr>
          <p:cNvPr id="232" name="PlaceHolder 1"/>
          <p:cNvSpPr>
            <a:spLocks noGrp="1"/>
          </p:cNvSpPr>
          <p:nvPr>
            <p:ph type="sldImg"/>
          </p:nvPr>
        </p:nvSpPr>
        <p:spPr>
          <a:xfrm>
            <a:off x="1143000" y="685800"/>
            <a:ext cx="4572000" cy="3429000"/>
          </a:xfrm>
          <a:prstGeom prst="rect">
            <a:avLst/>
          </a:prstGeom>
          <a:ln w="0">
            <a:noFill/>
          </a:ln>
        </p:spPr>
      </p:sp>
      <p:sp>
        <p:nvSpPr>
          <p:cNvPr id="233" name="PlaceHolder 2"/>
          <p:cNvSpPr>
            <a:spLocks noGrp="1"/>
          </p:cNvSpPr>
          <p:nvPr>
            <p:ph type="body"/>
          </p:nvPr>
        </p:nvSpPr>
        <p:spPr>
          <a:xfrm>
            <a:off x="914400" y="4343400"/>
            <a:ext cx="5029200" cy="4114800"/>
          </a:xfrm>
          <a:prstGeom prst="rect">
            <a:avLst/>
          </a:prstGeom>
          <a:noFill/>
          <a:ln w="0">
            <a:noFill/>
          </a:ln>
        </p:spPr>
        <p:txBody>
          <a:bodyPr lIns="0" tIns="0" rIns="0" bIns="0" anchor="t">
            <a:noAutofit/>
          </a:bodyPr>
          <a:p>
            <a:pPr indent="0" algn="l">
              <a:spcBef>
                <a:spcPts val="45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zh-CN" sz="1200" b="0" u="none" strike="noStrike">
              <a:solidFill>
                <a:srgbClr val="000000"/>
              </a:solidFill>
              <a:effectLst/>
              <a:uFillTx/>
              <a:latin typeface="Times New Roman"/>
            </a:endParaRPr>
          </a:p>
        </p:txBody>
      </p:sp>
    </p:spTree>
  </p:cSld>
</p:notes>
</file>

<file path=ppt/notesSlides/notesSlide2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4" name="Rectangle 7"/>
          <p:cNvSpPr/>
          <p:nvPr/>
        </p:nvSpPr>
        <p:spPr>
          <a:xfrm>
            <a:off x="3886200" y="8686800"/>
            <a:ext cx="2971800" cy="457200"/>
          </a:xfrm>
          <a:prstGeom prst="rect">
            <a:avLst/>
          </a:prstGeom>
          <a:noFill/>
          <a:ln w="0">
            <a:noFill/>
          </a:ln>
        </p:spPr>
        <p:style>
          <a:lnRef idx="0"/>
          <a:fillRef idx="0"/>
          <a:effectRef idx="0"/>
          <a:fontRef idx="minor"/>
        </p:style>
        <p:txBody>
          <a:bodyPr lIns="90000" tIns="46800" rIns="90000" bIns="46800" anchor="b">
            <a:noAutofit/>
          </a:bodyPr>
          <a:p>
            <a:pPr algn="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4DE7B47C-65B9-4DA6-A76F-53ECC055BCF8}" type="slidenum">
              <a:rPr lang="en-US" sz="1200" b="0" u="none" strike="noStrike">
                <a:solidFill>
                  <a:srgbClr val="000000"/>
                </a:solidFill>
                <a:effectLst/>
                <a:uFillTx/>
                <a:latin typeface="Times New Roman"/>
                <a:ea typeface="宋体"/>
              </a:rPr>
              <a:t>&lt;编号&gt;</a:t>
            </a:fld>
            <a:endParaRPr lang="en-US" sz="1200" b="0" u="none" strike="noStrike">
              <a:solidFill>
                <a:srgbClr val="000000"/>
              </a:solidFill>
              <a:effectLst/>
              <a:uFillTx/>
              <a:latin typeface="Times New Roman"/>
            </a:endParaRPr>
          </a:p>
        </p:txBody>
      </p:sp>
      <p:sp>
        <p:nvSpPr>
          <p:cNvPr id="235" name="PlaceHolder 1"/>
          <p:cNvSpPr>
            <a:spLocks noGrp="1"/>
          </p:cNvSpPr>
          <p:nvPr>
            <p:ph type="sldImg"/>
          </p:nvPr>
        </p:nvSpPr>
        <p:spPr>
          <a:xfrm>
            <a:off x="1143000" y="685800"/>
            <a:ext cx="4572000" cy="3429000"/>
          </a:xfrm>
          <a:prstGeom prst="rect">
            <a:avLst/>
          </a:prstGeom>
          <a:ln w="0">
            <a:noFill/>
          </a:ln>
        </p:spPr>
      </p:sp>
      <p:sp>
        <p:nvSpPr>
          <p:cNvPr id="236" name="PlaceHolder 2"/>
          <p:cNvSpPr>
            <a:spLocks noGrp="1"/>
          </p:cNvSpPr>
          <p:nvPr>
            <p:ph type="body"/>
          </p:nvPr>
        </p:nvSpPr>
        <p:spPr>
          <a:xfrm>
            <a:off x="914400" y="4343400"/>
            <a:ext cx="5029200" cy="4114800"/>
          </a:xfrm>
          <a:prstGeom prst="rect">
            <a:avLst/>
          </a:prstGeom>
          <a:noFill/>
          <a:ln w="0">
            <a:noFill/>
          </a:ln>
        </p:spPr>
        <p:txBody>
          <a:bodyPr lIns="0" tIns="0" rIns="0" bIns="0" anchor="t">
            <a:noAutofit/>
          </a:bodyPr>
          <a:p>
            <a:pPr indent="0" algn="l">
              <a:spcBef>
                <a:spcPts val="45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zh-CN" sz="1200" b="0" u="none" strike="noStrike">
              <a:solidFill>
                <a:srgbClr val="000000"/>
              </a:solidFill>
              <a:effectLst/>
              <a:uFillTx/>
              <a:latin typeface="Times New Roman"/>
            </a:endParaRPr>
          </a:p>
        </p:txBody>
      </p:sp>
    </p:spTree>
  </p:cSld>
</p:notes>
</file>

<file path=ppt/notesSlides/notesSlide2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7" name="Rectangle 7"/>
          <p:cNvSpPr/>
          <p:nvPr/>
        </p:nvSpPr>
        <p:spPr>
          <a:xfrm>
            <a:off x="3886200" y="8686800"/>
            <a:ext cx="2971800" cy="457200"/>
          </a:xfrm>
          <a:prstGeom prst="rect">
            <a:avLst/>
          </a:prstGeom>
          <a:noFill/>
          <a:ln w="0">
            <a:noFill/>
          </a:ln>
        </p:spPr>
        <p:style>
          <a:lnRef idx="0"/>
          <a:fillRef idx="0"/>
          <a:effectRef idx="0"/>
          <a:fontRef idx="minor"/>
        </p:style>
        <p:txBody>
          <a:bodyPr lIns="90000" tIns="46800" rIns="90000" bIns="46800" anchor="b">
            <a:noAutofit/>
          </a:bodyPr>
          <a:p>
            <a:pPr algn="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F690739B-91A1-4A24-9AE5-1616665E6E73}" type="slidenum">
              <a:rPr lang="en-US" sz="1200" b="0" u="none" strike="noStrike">
                <a:solidFill>
                  <a:srgbClr val="000000"/>
                </a:solidFill>
                <a:effectLst/>
                <a:uFillTx/>
                <a:latin typeface="Times New Roman"/>
                <a:ea typeface="宋体"/>
              </a:rPr>
              <a:t>&lt;编号&gt;</a:t>
            </a:fld>
            <a:endParaRPr lang="en-US" sz="1200" b="0" u="none" strike="noStrike">
              <a:solidFill>
                <a:srgbClr val="000000"/>
              </a:solidFill>
              <a:effectLst/>
              <a:uFillTx/>
              <a:latin typeface="Times New Roman"/>
            </a:endParaRPr>
          </a:p>
        </p:txBody>
      </p:sp>
      <p:sp>
        <p:nvSpPr>
          <p:cNvPr id="238" name="PlaceHolder 1"/>
          <p:cNvSpPr>
            <a:spLocks noGrp="1"/>
          </p:cNvSpPr>
          <p:nvPr>
            <p:ph type="sldImg"/>
          </p:nvPr>
        </p:nvSpPr>
        <p:spPr>
          <a:xfrm>
            <a:off x="1143000" y="685800"/>
            <a:ext cx="4572000" cy="3429000"/>
          </a:xfrm>
          <a:prstGeom prst="rect">
            <a:avLst/>
          </a:prstGeom>
          <a:ln w="0">
            <a:noFill/>
          </a:ln>
        </p:spPr>
      </p:sp>
      <p:sp>
        <p:nvSpPr>
          <p:cNvPr id="239" name="PlaceHolder 2"/>
          <p:cNvSpPr>
            <a:spLocks noGrp="1"/>
          </p:cNvSpPr>
          <p:nvPr>
            <p:ph type="body"/>
          </p:nvPr>
        </p:nvSpPr>
        <p:spPr>
          <a:xfrm>
            <a:off x="914400" y="4343400"/>
            <a:ext cx="5029200" cy="4114800"/>
          </a:xfrm>
          <a:prstGeom prst="rect">
            <a:avLst/>
          </a:prstGeom>
          <a:noFill/>
          <a:ln w="0">
            <a:noFill/>
          </a:ln>
        </p:spPr>
        <p:txBody>
          <a:bodyPr lIns="0" tIns="0" rIns="0" bIns="0" anchor="t">
            <a:noAutofit/>
          </a:bodyPr>
          <a:p>
            <a:pPr indent="0" algn="l">
              <a:spcBef>
                <a:spcPts val="45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zh-CN" sz="1200" b="0" u="none" strike="noStrike">
              <a:solidFill>
                <a:srgbClr val="000000"/>
              </a:solidFill>
              <a:effectLst/>
              <a:uFillTx/>
              <a:latin typeface="Times New Roman"/>
            </a:endParaRPr>
          </a:p>
        </p:txBody>
      </p:sp>
    </p:spTree>
  </p:cSld>
</p:notes>
</file>

<file path=ppt/notesSlides/notesSlide2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0" name="Rectangle 7"/>
          <p:cNvSpPr/>
          <p:nvPr/>
        </p:nvSpPr>
        <p:spPr>
          <a:xfrm>
            <a:off x="3886200" y="8686800"/>
            <a:ext cx="2971800" cy="457200"/>
          </a:xfrm>
          <a:prstGeom prst="rect">
            <a:avLst/>
          </a:prstGeom>
          <a:noFill/>
          <a:ln w="0">
            <a:noFill/>
          </a:ln>
        </p:spPr>
        <p:style>
          <a:lnRef idx="0"/>
          <a:fillRef idx="0"/>
          <a:effectRef idx="0"/>
          <a:fontRef idx="minor"/>
        </p:style>
        <p:txBody>
          <a:bodyPr lIns="90000" tIns="46800" rIns="90000" bIns="46800" anchor="b">
            <a:noAutofit/>
          </a:bodyPr>
          <a:p>
            <a:pPr algn="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B45B77CC-88C5-4874-9B21-75DC48291D79}" type="slidenum">
              <a:rPr lang="en-US" sz="1200" b="0" u="none" strike="noStrike">
                <a:solidFill>
                  <a:srgbClr val="000000"/>
                </a:solidFill>
                <a:effectLst/>
                <a:uFillTx/>
                <a:latin typeface="Times New Roman"/>
                <a:ea typeface="宋体"/>
              </a:rPr>
              <a:t>&lt;编号&gt;</a:t>
            </a:fld>
            <a:endParaRPr lang="en-US" sz="1200" b="0" u="none" strike="noStrike">
              <a:solidFill>
                <a:srgbClr val="000000"/>
              </a:solidFill>
              <a:effectLst/>
              <a:uFillTx/>
              <a:latin typeface="Times New Roman"/>
            </a:endParaRPr>
          </a:p>
        </p:txBody>
      </p:sp>
      <p:sp>
        <p:nvSpPr>
          <p:cNvPr id="241" name="PlaceHolder 1"/>
          <p:cNvSpPr>
            <a:spLocks noGrp="1"/>
          </p:cNvSpPr>
          <p:nvPr>
            <p:ph type="sldImg"/>
          </p:nvPr>
        </p:nvSpPr>
        <p:spPr>
          <a:xfrm>
            <a:off x="1143000" y="685800"/>
            <a:ext cx="4572000" cy="3429000"/>
          </a:xfrm>
          <a:prstGeom prst="rect">
            <a:avLst/>
          </a:prstGeom>
          <a:ln w="0">
            <a:noFill/>
          </a:ln>
        </p:spPr>
      </p:sp>
      <p:sp>
        <p:nvSpPr>
          <p:cNvPr id="242" name="PlaceHolder 2"/>
          <p:cNvSpPr>
            <a:spLocks noGrp="1"/>
          </p:cNvSpPr>
          <p:nvPr>
            <p:ph type="body"/>
          </p:nvPr>
        </p:nvSpPr>
        <p:spPr>
          <a:xfrm>
            <a:off x="914400" y="4343400"/>
            <a:ext cx="5029200" cy="4114800"/>
          </a:xfrm>
          <a:prstGeom prst="rect">
            <a:avLst/>
          </a:prstGeom>
          <a:noFill/>
          <a:ln w="0">
            <a:noFill/>
          </a:ln>
        </p:spPr>
        <p:txBody>
          <a:bodyPr lIns="0" tIns="0" rIns="0" bIns="0" anchor="t">
            <a:noAutofit/>
          </a:bodyPr>
          <a:p>
            <a:pPr indent="0" algn="l">
              <a:spcBef>
                <a:spcPts val="45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zh-CN" sz="1200" b="0" u="none" strike="noStrike">
              <a:solidFill>
                <a:srgbClr val="000000"/>
              </a:solidFill>
              <a:effectLst/>
              <a:uFillTx/>
              <a:latin typeface="Times New Roman"/>
            </a:endParaRPr>
          </a:p>
        </p:txBody>
      </p:sp>
    </p:spTree>
  </p:cSld>
</p:notes>
</file>

<file path=ppt/notesSlides/notesSlide2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3" name="Rectangle 7"/>
          <p:cNvSpPr/>
          <p:nvPr/>
        </p:nvSpPr>
        <p:spPr>
          <a:xfrm>
            <a:off x="3886200" y="8686800"/>
            <a:ext cx="2971800" cy="457200"/>
          </a:xfrm>
          <a:prstGeom prst="rect">
            <a:avLst/>
          </a:prstGeom>
          <a:noFill/>
          <a:ln w="0">
            <a:noFill/>
          </a:ln>
        </p:spPr>
        <p:style>
          <a:lnRef idx="0"/>
          <a:fillRef idx="0"/>
          <a:effectRef idx="0"/>
          <a:fontRef idx="minor"/>
        </p:style>
        <p:txBody>
          <a:bodyPr lIns="90000" tIns="46800" rIns="90000" bIns="46800" anchor="b">
            <a:noAutofit/>
          </a:bodyPr>
          <a:p>
            <a:pPr algn="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5393FDF1-0382-4A09-B2B6-FCAE8E91E978}" type="slidenum">
              <a:rPr lang="en-US" sz="1200" b="0" u="none" strike="noStrike">
                <a:solidFill>
                  <a:srgbClr val="000000"/>
                </a:solidFill>
                <a:effectLst/>
                <a:uFillTx/>
                <a:latin typeface="Times New Roman"/>
                <a:ea typeface="宋体"/>
              </a:rPr>
              <a:t>&lt;编号&gt;</a:t>
            </a:fld>
            <a:endParaRPr lang="en-US" sz="1200" b="0" u="none" strike="noStrike">
              <a:solidFill>
                <a:srgbClr val="000000"/>
              </a:solidFill>
              <a:effectLst/>
              <a:uFillTx/>
              <a:latin typeface="Times New Roman"/>
            </a:endParaRPr>
          </a:p>
        </p:txBody>
      </p:sp>
      <p:sp>
        <p:nvSpPr>
          <p:cNvPr id="244" name="PlaceHolder 1"/>
          <p:cNvSpPr>
            <a:spLocks noGrp="1"/>
          </p:cNvSpPr>
          <p:nvPr>
            <p:ph type="sldImg"/>
          </p:nvPr>
        </p:nvSpPr>
        <p:spPr>
          <a:xfrm>
            <a:off x="1143000" y="685800"/>
            <a:ext cx="4572000" cy="3429000"/>
          </a:xfrm>
          <a:prstGeom prst="rect">
            <a:avLst/>
          </a:prstGeom>
          <a:ln w="0">
            <a:noFill/>
          </a:ln>
        </p:spPr>
      </p:sp>
      <p:sp>
        <p:nvSpPr>
          <p:cNvPr id="245" name="PlaceHolder 2"/>
          <p:cNvSpPr>
            <a:spLocks noGrp="1"/>
          </p:cNvSpPr>
          <p:nvPr>
            <p:ph type="body"/>
          </p:nvPr>
        </p:nvSpPr>
        <p:spPr>
          <a:xfrm>
            <a:off x="914400" y="4343400"/>
            <a:ext cx="5029200" cy="4114800"/>
          </a:xfrm>
          <a:prstGeom prst="rect">
            <a:avLst/>
          </a:prstGeom>
          <a:noFill/>
          <a:ln w="0">
            <a:noFill/>
          </a:ln>
        </p:spPr>
        <p:txBody>
          <a:bodyPr lIns="0" tIns="0" rIns="0" bIns="0" anchor="t">
            <a:noAutofit/>
          </a:bodyPr>
          <a:p>
            <a:pPr indent="0" algn="l">
              <a:spcBef>
                <a:spcPts val="45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zh-CN" sz="1200" b="0" u="none" strike="noStrike">
              <a:solidFill>
                <a:srgbClr val="000000"/>
              </a:solidFill>
              <a:effectLst/>
              <a:uFillTx/>
              <a:latin typeface="Times New Roman"/>
            </a:endParaRPr>
          </a:p>
        </p:txBody>
      </p:sp>
    </p:spTree>
  </p:cSld>
</p:notes>
</file>

<file path=ppt/notesSlides/notesSlide2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6" name="Rectangle 7"/>
          <p:cNvSpPr/>
          <p:nvPr/>
        </p:nvSpPr>
        <p:spPr>
          <a:xfrm>
            <a:off x="3886200" y="8686800"/>
            <a:ext cx="2971800" cy="457200"/>
          </a:xfrm>
          <a:prstGeom prst="rect">
            <a:avLst/>
          </a:prstGeom>
          <a:noFill/>
          <a:ln w="0">
            <a:noFill/>
          </a:ln>
        </p:spPr>
        <p:style>
          <a:lnRef idx="0"/>
          <a:fillRef idx="0"/>
          <a:effectRef idx="0"/>
          <a:fontRef idx="minor"/>
        </p:style>
        <p:txBody>
          <a:bodyPr lIns="90000" tIns="46800" rIns="90000" bIns="46800" anchor="b">
            <a:noAutofit/>
          </a:bodyPr>
          <a:p>
            <a:pPr algn="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831CF23D-6DC9-4CC4-AD0D-BD8B61CA959C}" type="slidenum">
              <a:rPr lang="en-US" sz="1200" b="0" u="none" strike="noStrike">
                <a:solidFill>
                  <a:srgbClr val="000000"/>
                </a:solidFill>
                <a:effectLst/>
                <a:uFillTx/>
                <a:latin typeface="Times New Roman"/>
                <a:ea typeface="宋体"/>
              </a:rPr>
              <a:t>&lt;编号&gt;</a:t>
            </a:fld>
            <a:endParaRPr lang="en-US" sz="1200" b="0" u="none" strike="noStrike">
              <a:solidFill>
                <a:srgbClr val="000000"/>
              </a:solidFill>
              <a:effectLst/>
              <a:uFillTx/>
              <a:latin typeface="Times New Roman"/>
            </a:endParaRPr>
          </a:p>
        </p:txBody>
      </p:sp>
      <p:sp>
        <p:nvSpPr>
          <p:cNvPr id="247" name="PlaceHolder 1"/>
          <p:cNvSpPr>
            <a:spLocks noGrp="1"/>
          </p:cNvSpPr>
          <p:nvPr>
            <p:ph type="sldImg"/>
          </p:nvPr>
        </p:nvSpPr>
        <p:spPr>
          <a:xfrm>
            <a:off x="1143000" y="685800"/>
            <a:ext cx="4572000" cy="3429000"/>
          </a:xfrm>
          <a:prstGeom prst="rect">
            <a:avLst/>
          </a:prstGeom>
          <a:ln w="0">
            <a:noFill/>
          </a:ln>
        </p:spPr>
      </p:sp>
      <p:sp>
        <p:nvSpPr>
          <p:cNvPr id="248" name="PlaceHolder 2"/>
          <p:cNvSpPr>
            <a:spLocks noGrp="1"/>
          </p:cNvSpPr>
          <p:nvPr>
            <p:ph type="body"/>
          </p:nvPr>
        </p:nvSpPr>
        <p:spPr>
          <a:xfrm>
            <a:off x="914400" y="4343400"/>
            <a:ext cx="5029200" cy="4114800"/>
          </a:xfrm>
          <a:prstGeom prst="rect">
            <a:avLst/>
          </a:prstGeom>
          <a:noFill/>
          <a:ln w="0">
            <a:noFill/>
          </a:ln>
        </p:spPr>
        <p:txBody>
          <a:bodyPr lIns="0" tIns="0" rIns="0" bIns="0" anchor="t">
            <a:noAutofit/>
          </a:bodyPr>
          <a:p>
            <a:pPr indent="0" algn="l">
              <a:spcBef>
                <a:spcPts val="45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zh-CN" sz="1200" b="0" u="none" strike="noStrike">
              <a:solidFill>
                <a:srgbClr val="000000"/>
              </a:solidFill>
              <a:effectLst/>
              <a:uFillTx/>
              <a:latin typeface="Times New Roman"/>
            </a:endParaRPr>
          </a:p>
        </p:txBody>
      </p:sp>
    </p:spTree>
  </p:cSld>
</p:notes>
</file>

<file path=ppt/notesSlides/notesSlide2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9" name="Rectangle 7"/>
          <p:cNvSpPr/>
          <p:nvPr/>
        </p:nvSpPr>
        <p:spPr>
          <a:xfrm>
            <a:off x="3886200" y="8686800"/>
            <a:ext cx="2971800" cy="457200"/>
          </a:xfrm>
          <a:prstGeom prst="rect">
            <a:avLst/>
          </a:prstGeom>
          <a:noFill/>
          <a:ln w="0">
            <a:noFill/>
          </a:ln>
        </p:spPr>
        <p:style>
          <a:lnRef idx="0"/>
          <a:fillRef idx="0"/>
          <a:effectRef idx="0"/>
          <a:fontRef idx="minor"/>
        </p:style>
        <p:txBody>
          <a:bodyPr lIns="90000" tIns="46800" rIns="90000" bIns="46800" anchor="b">
            <a:noAutofit/>
          </a:bodyPr>
          <a:p>
            <a:pPr algn="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1ED2E9E8-A08E-482D-8B1B-439618A289A8}" type="slidenum">
              <a:rPr lang="en-US" sz="1200" b="0" u="none" strike="noStrike">
                <a:solidFill>
                  <a:srgbClr val="000000"/>
                </a:solidFill>
                <a:effectLst/>
                <a:uFillTx/>
                <a:latin typeface="Times New Roman"/>
                <a:ea typeface="宋体"/>
              </a:rPr>
              <a:t>&lt;编号&gt;</a:t>
            </a:fld>
            <a:endParaRPr lang="en-US" sz="1200" b="0" u="none" strike="noStrike">
              <a:solidFill>
                <a:srgbClr val="000000"/>
              </a:solidFill>
              <a:effectLst/>
              <a:uFillTx/>
              <a:latin typeface="Times New Roman"/>
            </a:endParaRPr>
          </a:p>
        </p:txBody>
      </p:sp>
      <p:sp>
        <p:nvSpPr>
          <p:cNvPr id="250" name="PlaceHolder 1"/>
          <p:cNvSpPr>
            <a:spLocks noGrp="1"/>
          </p:cNvSpPr>
          <p:nvPr>
            <p:ph type="sldImg"/>
          </p:nvPr>
        </p:nvSpPr>
        <p:spPr>
          <a:xfrm>
            <a:off x="1143000" y="685800"/>
            <a:ext cx="4572000" cy="3429000"/>
          </a:xfrm>
          <a:prstGeom prst="rect">
            <a:avLst/>
          </a:prstGeom>
          <a:ln w="0">
            <a:noFill/>
          </a:ln>
        </p:spPr>
      </p:sp>
      <p:sp>
        <p:nvSpPr>
          <p:cNvPr id="251" name="PlaceHolder 2"/>
          <p:cNvSpPr>
            <a:spLocks noGrp="1"/>
          </p:cNvSpPr>
          <p:nvPr>
            <p:ph type="body"/>
          </p:nvPr>
        </p:nvSpPr>
        <p:spPr>
          <a:xfrm>
            <a:off x="914400" y="4343400"/>
            <a:ext cx="5029200" cy="4114800"/>
          </a:xfrm>
          <a:prstGeom prst="rect">
            <a:avLst/>
          </a:prstGeom>
          <a:noFill/>
          <a:ln w="0">
            <a:noFill/>
          </a:ln>
        </p:spPr>
        <p:txBody>
          <a:bodyPr lIns="0" tIns="0" rIns="0" bIns="0" anchor="t">
            <a:noAutofit/>
          </a:bodyPr>
          <a:p>
            <a:pPr indent="0" algn="l">
              <a:spcBef>
                <a:spcPts val="45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zh-CN" sz="1200" b="0" u="none" strike="noStrike">
              <a:solidFill>
                <a:srgbClr val="000000"/>
              </a:solidFill>
              <a:effectLst/>
              <a:uFillTx/>
              <a:latin typeface="Times New Roman"/>
            </a:endParaRPr>
          </a:p>
        </p:txBody>
      </p:sp>
    </p:spTree>
  </p:cSld>
</p:notes>
</file>

<file path=ppt/notesSlides/notesSlide2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2" name="Rectangle 7"/>
          <p:cNvSpPr/>
          <p:nvPr/>
        </p:nvSpPr>
        <p:spPr>
          <a:xfrm>
            <a:off x="3886200" y="8686800"/>
            <a:ext cx="2971800" cy="457200"/>
          </a:xfrm>
          <a:prstGeom prst="rect">
            <a:avLst/>
          </a:prstGeom>
          <a:noFill/>
          <a:ln w="0">
            <a:noFill/>
          </a:ln>
        </p:spPr>
        <p:style>
          <a:lnRef idx="0"/>
          <a:fillRef idx="0"/>
          <a:effectRef idx="0"/>
          <a:fontRef idx="minor"/>
        </p:style>
        <p:txBody>
          <a:bodyPr lIns="90000" tIns="46800" rIns="90000" bIns="46800" anchor="b">
            <a:noAutofit/>
          </a:bodyPr>
          <a:p>
            <a:pPr algn="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5D53845D-B820-4BC0-9A79-A719A2A3A9F2}" type="slidenum">
              <a:rPr lang="en-US" sz="1200" b="0" u="none" strike="noStrike">
                <a:solidFill>
                  <a:srgbClr val="000000"/>
                </a:solidFill>
                <a:effectLst/>
                <a:uFillTx/>
                <a:latin typeface="Times New Roman"/>
                <a:ea typeface="宋体"/>
              </a:rPr>
              <a:t>&lt;编号&gt;</a:t>
            </a:fld>
            <a:endParaRPr lang="en-US" sz="1200" b="0" u="none" strike="noStrike">
              <a:solidFill>
                <a:srgbClr val="000000"/>
              </a:solidFill>
              <a:effectLst/>
              <a:uFillTx/>
              <a:latin typeface="Times New Roman"/>
            </a:endParaRPr>
          </a:p>
        </p:txBody>
      </p:sp>
      <p:sp>
        <p:nvSpPr>
          <p:cNvPr id="253" name="PlaceHolder 1"/>
          <p:cNvSpPr>
            <a:spLocks noGrp="1"/>
          </p:cNvSpPr>
          <p:nvPr>
            <p:ph type="sldImg"/>
          </p:nvPr>
        </p:nvSpPr>
        <p:spPr>
          <a:xfrm>
            <a:off x="1143000" y="685800"/>
            <a:ext cx="4572000" cy="3429000"/>
          </a:xfrm>
          <a:prstGeom prst="rect">
            <a:avLst/>
          </a:prstGeom>
          <a:ln w="0">
            <a:noFill/>
          </a:ln>
        </p:spPr>
      </p:sp>
      <p:sp>
        <p:nvSpPr>
          <p:cNvPr id="254" name="PlaceHolder 2"/>
          <p:cNvSpPr>
            <a:spLocks noGrp="1"/>
          </p:cNvSpPr>
          <p:nvPr>
            <p:ph type="body"/>
          </p:nvPr>
        </p:nvSpPr>
        <p:spPr>
          <a:xfrm>
            <a:off x="914400" y="4343400"/>
            <a:ext cx="5029200" cy="4114800"/>
          </a:xfrm>
          <a:prstGeom prst="rect">
            <a:avLst/>
          </a:prstGeom>
          <a:noFill/>
          <a:ln w="0">
            <a:noFill/>
          </a:ln>
        </p:spPr>
        <p:txBody>
          <a:bodyPr lIns="0" tIns="0" rIns="0" bIns="0" anchor="t">
            <a:noAutofit/>
          </a:bodyPr>
          <a:p>
            <a:pPr indent="0" algn="l">
              <a:spcBef>
                <a:spcPts val="45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zh-CN" sz="1200" b="0" u="none" strike="noStrike">
              <a:solidFill>
                <a:srgbClr val="000000"/>
              </a:solidFill>
              <a:effectLst/>
              <a:uFillTx/>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1.png"/><Relationship Id="rId4" Type="http://schemas.openxmlformats.org/officeDocument/2006/relationships/image" Target="../media/image1.png"/><Relationship Id="rId5" Type="http://schemas.openxmlformats.org/officeDocument/2006/relationships/image" Target="../media/image1.png"/><Relationship Id="rId6" Type="http://schemas.openxmlformats.org/officeDocument/2006/relationships/image" Target="../media/image1.png"/><Relationship Id="rId7" Type="http://schemas.openxmlformats.org/officeDocument/2006/relationships/image" Target="../media/image1.png"/><Relationship Id="rId8" Type="http://schemas.openxmlformats.org/officeDocument/2006/relationships/image" Target="../media/image1.png"/><Relationship Id="rId9" Type="http://schemas.openxmlformats.org/officeDocument/2006/relationships/image" Target="../media/image1.png"/><Relationship Id="rId10" Type="http://schemas.openxmlformats.org/officeDocument/2006/relationships/image" Target="../media/image1.png"/>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1.png"/><Relationship Id="rId4" Type="http://schemas.openxmlformats.org/officeDocument/2006/relationships/image" Target="../media/image1.png"/><Relationship Id="rId5" Type="http://schemas.openxmlformats.org/officeDocument/2006/relationships/image" Target="../media/image1.png"/><Relationship Id="rId6" Type="http://schemas.openxmlformats.org/officeDocument/2006/relationships/image" Target="../media/image1.png"/><Relationship Id="rId7" Type="http://schemas.openxmlformats.org/officeDocument/2006/relationships/image" Target="../media/image1.png"/><Relationship Id="rId8" Type="http://schemas.openxmlformats.org/officeDocument/2006/relationships/image" Target="../media/image1.png"/><Relationship Id="rId9" Type="http://schemas.openxmlformats.org/officeDocument/2006/relationships/image" Target="../media/image1.png"/><Relationship Id="rId10" Type="http://schemas.openxmlformats.org/officeDocument/2006/relationships/image" Target="../media/image1.png"/><Relationship Id="rId11" Type="http://schemas.openxmlformats.org/officeDocument/2006/relationships/image" Target="../media/image1.png"/><Relationship Id="rId12" Type="http://schemas.openxmlformats.org/officeDocument/2006/relationships/image" Target="../media/image1.png"/>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默认">
    <p:bg>
      <p:bgPr>
        <a:solidFill>
          <a:srgbClr val="83C1C0"/>
        </a:solidFill>
      </p:bgPr>
    </p:bg>
    <p:spTree>
      <p:nvGrpSpPr>
        <p:cNvPr id="1" name=""/>
        <p:cNvGrpSpPr/>
        <p:nvPr/>
      </p:nvGrpSpPr>
      <p:grpSpPr>
        <a:xfrm>
          <a:off x="0" y="0"/>
          <a:ext cx="0" cy="0"/>
          <a:chOff x="0" y="0"/>
          <a:chExt cx="0" cy="0"/>
        </a:xfrm>
      </p:grpSpPr>
      <p:grpSp>
        <p:nvGrpSpPr>
          <p:cNvPr id="2" name="Group 1026"/>
          <p:cNvGrpSpPr/>
          <p:nvPr/>
        </p:nvGrpSpPr>
        <p:grpSpPr>
          <a:xfrm>
            <a:off x="0" y="0"/>
            <a:ext cx="8686800" cy="6858000"/>
            <a:chOff x="0" y="0"/>
            <a:chExt cx="8686800" cy="6858000"/>
          </a:xfrm>
        </p:grpSpPr>
        <p:grpSp>
          <p:nvGrpSpPr>
            <p:cNvPr id="3" name="Group 1027"/>
            <p:cNvGrpSpPr/>
            <p:nvPr/>
          </p:nvGrpSpPr>
          <p:grpSpPr>
            <a:xfrm>
              <a:off x="0" y="0"/>
              <a:ext cx="380880" cy="6858000"/>
              <a:chOff x="0" y="0"/>
              <a:chExt cx="380880" cy="6858000"/>
            </a:xfrm>
          </p:grpSpPr>
          <p:sp>
            <p:nvSpPr>
              <p:cNvPr id="4" name="Rectangle 1028"/>
              <p:cNvSpPr/>
              <p:nvPr/>
            </p:nvSpPr>
            <p:spPr>
              <a:xfrm>
                <a:off x="0" y="0"/>
                <a:ext cx="380880" cy="380880"/>
              </a:xfrm>
              <a:prstGeom prst="rect">
                <a:avLst/>
              </a:prstGeom>
              <a:solidFill>
                <a:srgbClr val="C0C0C0"/>
              </a:solidFill>
              <a:ln w="0">
                <a:noFill/>
              </a:ln>
            </p:spPr>
            <p:style>
              <a:lnRef idx="0"/>
              <a:fillRef idx="0"/>
              <a:effectRef idx="0"/>
              <a:fontRef idx="minor"/>
            </p:style>
            <p:txBody>
              <a:bodyPr wrap="none" lIns="90000" tIns="46800" rIns="90000" bIns="46800" anchor="ctr">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imes New Roman"/>
                </a:endParaRPr>
              </a:p>
            </p:txBody>
          </p:sp>
          <p:sp>
            <p:nvSpPr>
              <p:cNvPr id="5" name="Rectangle 1029"/>
              <p:cNvSpPr/>
              <p:nvPr/>
            </p:nvSpPr>
            <p:spPr>
              <a:xfrm>
                <a:off x="0" y="380880"/>
                <a:ext cx="380880" cy="381240"/>
              </a:xfrm>
              <a:prstGeom prst="rect">
                <a:avLst/>
              </a:prstGeom>
              <a:blipFill rotWithShape="0">
                <a:blip r:embed="rId2"/>
                <a:srcRect/>
                <a:tile tx="0" ty="0" sx="100000" sy="100000" algn="ctr"/>
              </a:blipFill>
              <a:ln w="0">
                <a:noFill/>
              </a:ln>
            </p:spPr>
            <p:style>
              <a:lnRef idx="0"/>
              <a:fillRef idx="0"/>
              <a:effectRef idx="0"/>
              <a:fontRef idx="minor"/>
            </p:style>
            <p:txBody>
              <a:bodyPr wrap="none" lIns="90000" tIns="46800" rIns="90000" bIns="46800" anchor="ctr">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imes New Roman"/>
                </a:endParaRPr>
              </a:p>
            </p:txBody>
          </p:sp>
          <p:sp>
            <p:nvSpPr>
              <p:cNvPr id="6" name="Rectangle 1030"/>
              <p:cNvSpPr/>
              <p:nvPr/>
            </p:nvSpPr>
            <p:spPr>
              <a:xfrm>
                <a:off x="0" y="762120"/>
                <a:ext cx="380880" cy="380880"/>
              </a:xfrm>
              <a:prstGeom prst="rect">
                <a:avLst/>
              </a:prstGeom>
              <a:solidFill>
                <a:srgbClr val="C0C0C0"/>
              </a:solidFill>
              <a:ln w="0">
                <a:noFill/>
              </a:ln>
            </p:spPr>
            <p:style>
              <a:lnRef idx="0"/>
              <a:fillRef idx="0"/>
              <a:effectRef idx="0"/>
              <a:fontRef idx="minor"/>
            </p:style>
            <p:txBody>
              <a:bodyPr wrap="none" lIns="90000" tIns="46800" rIns="90000" bIns="46800" anchor="ctr">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imes New Roman"/>
                </a:endParaRPr>
              </a:p>
            </p:txBody>
          </p:sp>
          <p:sp>
            <p:nvSpPr>
              <p:cNvPr id="7" name="Rectangle 1031"/>
              <p:cNvSpPr/>
              <p:nvPr/>
            </p:nvSpPr>
            <p:spPr>
              <a:xfrm>
                <a:off x="0" y="1143000"/>
                <a:ext cx="380880" cy="380880"/>
              </a:xfrm>
              <a:prstGeom prst="rect">
                <a:avLst/>
              </a:prstGeom>
              <a:blipFill rotWithShape="0">
                <a:blip r:embed="rId3"/>
                <a:srcRect/>
                <a:tile tx="0" ty="0" sx="100000" sy="100000" algn="ctr"/>
              </a:blipFill>
              <a:ln w="0">
                <a:noFill/>
              </a:ln>
            </p:spPr>
            <p:style>
              <a:lnRef idx="0"/>
              <a:fillRef idx="0"/>
              <a:effectRef idx="0"/>
              <a:fontRef idx="minor"/>
            </p:style>
            <p:txBody>
              <a:bodyPr wrap="none" lIns="90000" tIns="46800" rIns="90000" bIns="46800" anchor="ctr">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imes New Roman"/>
                </a:endParaRPr>
              </a:p>
            </p:txBody>
          </p:sp>
          <p:sp>
            <p:nvSpPr>
              <p:cNvPr id="8" name="Rectangle 1032"/>
              <p:cNvSpPr/>
              <p:nvPr/>
            </p:nvSpPr>
            <p:spPr>
              <a:xfrm>
                <a:off x="0" y="1523880"/>
                <a:ext cx="380880" cy="381240"/>
              </a:xfrm>
              <a:prstGeom prst="rect">
                <a:avLst/>
              </a:prstGeom>
              <a:solidFill>
                <a:srgbClr val="C0C0C0"/>
              </a:solidFill>
              <a:ln w="0">
                <a:noFill/>
              </a:ln>
            </p:spPr>
            <p:style>
              <a:lnRef idx="0"/>
              <a:fillRef idx="0"/>
              <a:effectRef idx="0"/>
              <a:fontRef idx="minor"/>
            </p:style>
            <p:txBody>
              <a:bodyPr wrap="none" lIns="90000" tIns="46800" rIns="90000" bIns="46800" anchor="ctr">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imes New Roman"/>
                </a:endParaRPr>
              </a:p>
            </p:txBody>
          </p:sp>
          <p:sp>
            <p:nvSpPr>
              <p:cNvPr id="9" name="Rectangle 1033"/>
              <p:cNvSpPr/>
              <p:nvPr/>
            </p:nvSpPr>
            <p:spPr>
              <a:xfrm>
                <a:off x="0" y="1905120"/>
                <a:ext cx="380880" cy="380880"/>
              </a:xfrm>
              <a:prstGeom prst="rect">
                <a:avLst/>
              </a:prstGeom>
              <a:blipFill rotWithShape="0">
                <a:blip r:embed="rId4"/>
                <a:srcRect/>
                <a:tile tx="0" ty="0" sx="100000" sy="100000" algn="ctr"/>
              </a:blipFill>
              <a:ln w="0">
                <a:noFill/>
              </a:ln>
            </p:spPr>
            <p:style>
              <a:lnRef idx="0"/>
              <a:fillRef idx="0"/>
              <a:effectRef idx="0"/>
              <a:fontRef idx="minor"/>
            </p:style>
            <p:txBody>
              <a:bodyPr wrap="none" lIns="90000" tIns="46800" rIns="90000" bIns="46800" anchor="ctr">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imes New Roman"/>
                </a:endParaRPr>
              </a:p>
            </p:txBody>
          </p:sp>
          <p:sp>
            <p:nvSpPr>
              <p:cNvPr id="10" name="Rectangle 1034"/>
              <p:cNvSpPr/>
              <p:nvPr/>
            </p:nvSpPr>
            <p:spPr>
              <a:xfrm>
                <a:off x="0" y="2286000"/>
                <a:ext cx="380880" cy="380880"/>
              </a:xfrm>
              <a:prstGeom prst="rect">
                <a:avLst/>
              </a:prstGeom>
              <a:solidFill>
                <a:srgbClr val="C0C0C0"/>
              </a:solidFill>
              <a:ln w="0">
                <a:noFill/>
              </a:ln>
            </p:spPr>
            <p:style>
              <a:lnRef idx="0"/>
              <a:fillRef idx="0"/>
              <a:effectRef idx="0"/>
              <a:fontRef idx="minor"/>
            </p:style>
            <p:txBody>
              <a:bodyPr wrap="none" lIns="90000" tIns="46800" rIns="90000" bIns="46800" anchor="ctr">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imes New Roman"/>
                </a:endParaRPr>
              </a:p>
            </p:txBody>
          </p:sp>
          <p:sp>
            <p:nvSpPr>
              <p:cNvPr id="11" name="Rectangle 1035"/>
              <p:cNvSpPr/>
              <p:nvPr/>
            </p:nvSpPr>
            <p:spPr>
              <a:xfrm>
                <a:off x="0" y="2666880"/>
                <a:ext cx="380880" cy="381240"/>
              </a:xfrm>
              <a:prstGeom prst="rect">
                <a:avLst/>
              </a:prstGeom>
              <a:blipFill rotWithShape="0">
                <a:blip r:embed="rId5"/>
                <a:srcRect/>
                <a:tile tx="0" ty="0" sx="100000" sy="100000" algn="ctr"/>
              </a:blipFill>
              <a:ln w="0">
                <a:noFill/>
              </a:ln>
            </p:spPr>
            <p:style>
              <a:lnRef idx="0"/>
              <a:fillRef idx="0"/>
              <a:effectRef idx="0"/>
              <a:fontRef idx="minor"/>
            </p:style>
            <p:txBody>
              <a:bodyPr wrap="none" lIns="90000" tIns="46800" rIns="90000" bIns="46800" anchor="ctr">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imes New Roman"/>
                </a:endParaRPr>
              </a:p>
            </p:txBody>
          </p:sp>
          <p:sp>
            <p:nvSpPr>
              <p:cNvPr id="12" name="Rectangle 1036"/>
              <p:cNvSpPr/>
              <p:nvPr/>
            </p:nvSpPr>
            <p:spPr>
              <a:xfrm>
                <a:off x="0" y="3048120"/>
                <a:ext cx="380880" cy="380880"/>
              </a:xfrm>
              <a:prstGeom prst="rect">
                <a:avLst/>
              </a:prstGeom>
              <a:solidFill>
                <a:srgbClr val="C0C0C0"/>
              </a:solidFill>
              <a:ln w="0">
                <a:noFill/>
              </a:ln>
            </p:spPr>
            <p:style>
              <a:lnRef idx="0"/>
              <a:fillRef idx="0"/>
              <a:effectRef idx="0"/>
              <a:fontRef idx="minor"/>
            </p:style>
            <p:txBody>
              <a:bodyPr wrap="none" lIns="90000" tIns="46800" rIns="90000" bIns="46800" anchor="ctr">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imes New Roman"/>
                </a:endParaRPr>
              </a:p>
            </p:txBody>
          </p:sp>
          <p:sp>
            <p:nvSpPr>
              <p:cNvPr id="13" name="Rectangle 1037"/>
              <p:cNvSpPr/>
              <p:nvPr/>
            </p:nvSpPr>
            <p:spPr>
              <a:xfrm>
                <a:off x="0" y="3429000"/>
                <a:ext cx="380880" cy="380880"/>
              </a:xfrm>
              <a:prstGeom prst="rect">
                <a:avLst/>
              </a:prstGeom>
              <a:blipFill rotWithShape="0">
                <a:blip r:embed="rId6"/>
                <a:srcRect/>
                <a:tile tx="0" ty="0" sx="100000" sy="100000" algn="ctr"/>
              </a:blipFill>
              <a:ln w="0">
                <a:noFill/>
              </a:ln>
            </p:spPr>
            <p:style>
              <a:lnRef idx="0"/>
              <a:fillRef idx="0"/>
              <a:effectRef idx="0"/>
              <a:fontRef idx="minor"/>
            </p:style>
            <p:txBody>
              <a:bodyPr wrap="none" lIns="90000" tIns="46800" rIns="90000" bIns="46800" anchor="ctr">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imes New Roman"/>
                </a:endParaRPr>
              </a:p>
            </p:txBody>
          </p:sp>
          <p:sp>
            <p:nvSpPr>
              <p:cNvPr id="14" name="Rectangle 1038"/>
              <p:cNvSpPr/>
              <p:nvPr/>
            </p:nvSpPr>
            <p:spPr>
              <a:xfrm>
                <a:off x="0" y="3809880"/>
                <a:ext cx="380880" cy="381240"/>
              </a:xfrm>
              <a:prstGeom prst="rect">
                <a:avLst/>
              </a:prstGeom>
              <a:solidFill>
                <a:srgbClr val="C0C0C0"/>
              </a:solidFill>
              <a:ln w="0">
                <a:noFill/>
              </a:ln>
            </p:spPr>
            <p:style>
              <a:lnRef idx="0"/>
              <a:fillRef idx="0"/>
              <a:effectRef idx="0"/>
              <a:fontRef idx="minor"/>
            </p:style>
            <p:txBody>
              <a:bodyPr wrap="none" lIns="90000" tIns="46800" rIns="90000" bIns="46800" anchor="ctr">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imes New Roman"/>
                </a:endParaRPr>
              </a:p>
            </p:txBody>
          </p:sp>
          <p:sp>
            <p:nvSpPr>
              <p:cNvPr id="15" name="Rectangle 1039"/>
              <p:cNvSpPr/>
              <p:nvPr/>
            </p:nvSpPr>
            <p:spPr>
              <a:xfrm>
                <a:off x="0" y="4191120"/>
                <a:ext cx="380880" cy="380880"/>
              </a:xfrm>
              <a:prstGeom prst="rect">
                <a:avLst/>
              </a:prstGeom>
              <a:blipFill rotWithShape="0">
                <a:blip r:embed="rId7"/>
                <a:srcRect/>
                <a:tile tx="0" ty="0" sx="100000" sy="100000" algn="ctr"/>
              </a:blipFill>
              <a:ln w="0">
                <a:noFill/>
              </a:ln>
            </p:spPr>
            <p:style>
              <a:lnRef idx="0"/>
              <a:fillRef idx="0"/>
              <a:effectRef idx="0"/>
              <a:fontRef idx="minor"/>
            </p:style>
            <p:txBody>
              <a:bodyPr wrap="none" lIns="90000" tIns="46800" rIns="90000" bIns="46800" anchor="ctr">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imes New Roman"/>
                </a:endParaRPr>
              </a:p>
            </p:txBody>
          </p:sp>
          <p:sp>
            <p:nvSpPr>
              <p:cNvPr id="16" name="Rectangle 1040"/>
              <p:cNvSpPr/>
              <p:nvPr/>
            </p:nvSpPr>
            <p:spPr>
              <a:xfrm>
                <a:off x="0" y="4572000"/>
                <a:ext cx="380880" cy="380880"/>
              </a:xfrm>
              <a:prstGeom prst="rect">
                <a:avLst/>
              </a:prstGeom>
              <a:solidFill>
                <a:srgbClr val="C0C0C0"/>
              </a:solidFill>
              <a:ln w="0">
                <a:noFill/>
              </a:ln>
            </p:spPr>
            <p:style>
              <a:lnRef idx="0"/>
              <a:fillRef idx="0"/>
              <a:effectRef idx="0"/>
              <a:fontRef idx="minor"/>
            </p:style>
            <p:txBody>
              <a:bodyPr wrap="none" lIns="90000" tIns="46800" rIns="90000" bIns="46800" anchor="ctr">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imes New Roman"/>
                </a:endParaRPr>
              </a:p>
            </p:txBody>
          </p:sp>
          <p:sp>
            <p:nvSpPr>
              <p:cNvPr id="17" name="Rectangle 1041"/>
              <p:cNvSpPr/>
              <p:nvPr/>
            </p:nvSpPr>
            <p:spPr>
              <a:xfrm>
                <a:off x="0" y="4952880"/>
                <a:ext cx="380880" cy="381240"/>
              </a:xfrm>
              <a:prstGeom prst="rect">
                <a:avLst/>
              </a:prstGeom>
              <a:blipFill rotWithShape="0">
                <a:blip r:embed="rId8"/>
                <a:srcRect/>
                <a:tile tx="0" ty="0" sx="100000" sy="100000" algn="ctr"/>
              </a:blipFill>
              <a:ln w="0">
                <a:noFill/>
              </a:ln>
            </p:spPr>
            <p:style>
              <a:lnRef idx="0"/>
              <a:fillRef idx="0"/>
              <a:effectRef idx="0"/>
              <a:fontRef idx="minor"/>
            </p:style>
            <p:txBody>
              <a:bodyPr wrap="none" lIns="90000" tIns="46800" rIns="90000" bIns="46800" anchor="ctr">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imes New Roman"/>
                </a:endParaRPr>
              </a:p>
            </p:txBody>
          </p:sp>
          <p:sp>
            <p:nvSpPr>
              <p:cNvPr id="18" name="Rectangle 1042"/>
              <p:cNvSpPr/>
              <p:nvPr/>
            </p:nvSpPr>
            <p:spPr>
              <a:xfrm>
                <a:off x="0" y="5334120"/>
                <a:ext cx="380880" cy="380880"/>
              </a:xfrm>
              <a:prstGeom prst="rect">
                <a:avLst/>
              </a:prstGeom>
              <a:solidFill>
                <a:srgbClr val="C0C0C0"/>
              </a:solidFill>
              <a:ln w="0">
                <a:noFill/>
              </a:ln>
            </p:spPr>
            <p:style>
              <a:lnRef idx="0"/>
              <a:fillRef idx="0"/>
              <a:effectRef idx="0"/>
              <a:fontRef idx="minor"/>
            </p:style>
            <p:txBody>
              <a:bodyPr wrap="none" lIns="90000" tIns="46800" rIns="90000" bIns="46800" anchor="ctr">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imes New Roman"/>
                </a:endParaRPr>
              </a:p>
            </p:txBody>
          </p:sp>
          <p:sp>
            <p:nvSpPr>
              <p:cNvPr id="19" name="Rectangle 1043"/>
              <p:cNvSpPr/>
              <p:nvPr/>
            </p:nvSpPr>
            <p:spPr>
              <a:xfrm>
                <a:off x="0" y="5715000"/>
                <a:ext cx="380880" cy="380880"/>
              </a:xfrm>
              <a:prstGeom prst="rect">
                <a:avLst/>
              </a:prstGeom>
              <a:blipFill rotWithShape="0">
                <a:blip r:embed="rId9"/>
                <a:srcRect/>
                <a:tile tx="0" ty="0" sx="100000" sy="100000" algn="ctr"/>
              </a:blipFill>
              <a:ln w="0">
                <a:noFill/>
              </a:ln>
            </p:spPr>
            <p:style>
              <a:lnRef idx="0"/>
              <a:fillRef idx="0"/>
              <a:effectRef idx="0"/>
              <a:fontRef idx="minor"/>
            </p:style>
            <p:txBody>
              <a:bodyPr wrap="none" lIns="90000" tIns="46800" rIns="90000" bIns="46800" anchor="ctr">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imes New Roman"/>
                </a:endParaRPr>
              </a:p>
            </p:txBody>
          </p:sp>
          <p:sp>
            <p:nvSpPr>
              <p:cNvPr id="20" name="Rectangle 1044"/>
              <p:cNvSpPr/>
              <p:nvPr/>
            </p:nvSpPr>
            <p:spPr>
              <a:xfrm>
                <a:off x="0" y="6095880"/>
                <a:ext cx="380880" cy="381240"/>
              </a:xfrm>
              <a:prstGeom prst="rect">
                <a:avLst/>
              </a:prstGeom>
              <a:solidFill>
                <a:srgbClr val="C0C0C0"/>
              </a:solidFill>
              <a:ln w="0">
                <a:noFill/>
              </a:ln>
            </p:spPr>
            <p:style>
              <a:lnRef idx="0"/>
              <a:fillRef idx="0"/>
              <a:effectRef idx="0"/>
              <a:fontRef idx="minor"/>
            </p:style>
            <p:txBody>
              <a:bodyPr wrap="none" lIns="90000" tIns="46800" rIns="90000" bIns="46800" anchor="ctr">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imes New Roman"/>
                </a:endParaRPr>
              </a:p>
            </p:txBody>
          </p:sp>
          <p:sp>
            <p:nvSpPr>
              <p:cNvPr id="21" name="Rectangle 1045"/>
              <p:cNvSpPr/>
              <p:nvPr/>
            </p:nvSpPr>
            <p:spPr>
              <a:xfrm>
                <a:off x="0" y="6477120"/>
                <a:ext cx="380880" cy="380880"/>
              </a:xfrm>
              <a:prstGeom prst="rect">
                <a:avLst/>
              </a:prstGeom>
              <a:blipFill rotWithShape="0">
                <a:blip r:embed="rId10"/>
                <a:srcRect/>
                <a:tile tx="0" ty="0" sx="100000" sy="100000" algn="ctr"/>
              </a:blipFill>
              <a:ln w="0">
                <a:noFill/>
              </a:ln>
            </p:spPr>
            <p:style>
              <a:lnRef idx="0"/>
              <a:fillRef idx="0"/>
              <a:effectRef idx="0"/>
              <a:fontRef idx="minor"/>
            </p:style>
            <p:txBody>
              <a:bodyPr wrap="none" lIns="90000" tIns="46800" rIns="90000" bIns="46800" anchor="ctr">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imes New Roman"/>
                </a:endParaRPr>
              </a:p>
            </p:txBody>
          </p:sp>
        </p:grpSp>
        <p:sp>
          <p:nvSpPr>
            <p:cNvPr id="22" name="Line 1046"/>
            <p:cNvSpPr/>
            <p:nvPr/>
          </p:nvSpPr>
          <p:spPr>
            <a:xfrm>
              <a:off x="228600" y="380880"/>
              <a:ext cx="8458200" cy="0"/>
            </a:xfrm>
            <a:prstGeom prst="line">
              <a:avLst/>
            </a:prstGeom>
            <a:ln w="57240">
              <a:solidFill>
                <a:srgbClr val="000000"/>
              </a:solidFill>
              <a:miter/>
            </a:ln>
          </p:spPr>
          <p:style>
            <a:lnRef idx="0"/>
            <a:fillRef idx="0"/>
            <a:effectRef idx="0"/>
            <a:fontRef idx="minor"/>
          </p:style>
          <p:txBody>
            <a:bodyPr lIns="90000" tIns="-46800" rIns="90000" bIns="-46800" anchor="ctr">
              <a:noAutofit/>
            </a:bodyPr>
            <a:p>
              <a:endParaRPr lang="en-US" sz="2400" b="0" u="none" strike="noStrike">
                <a:solidFill>
                  <a:srgbClr val="000000"/>
                </a:solidFill>
                <a:effectLst/>
                <a:uFillTx/>
                <a:latin typeface="Times New Roman"/>
              </a:endParaRPr>
            </a:p>
          </p:txBody>
        </p:sp>
        <p:grpSp>
          <p:nvGrpSpPr>
            <p:cNvPr id="23" name="Group 1047"/>
            <p:cNvGrpSpPr/>
            <p:nvPr/>
          </p:nvGrpSpPr>
          <p:grpSpPr>
            <a:xfrm>
              <a:off x="228600" y="990720"/>
              <a:ext cx="304560" cy="304560"/>
              <a:chOff x="228600" y="990720"/>
              <a:chExt cx="304560" cy="304560"/>
            </a:xfrm>
          </p:grpSpPr>
          <p:sp>
            <p:nvSpPr>
              <p:cNvPr id="24" name="Rectangle 1048"/>
              <p:cNvSpPr/>
              <p:nvPr/>
            </p:nvSpPr>
            <p:spPr>
              <a:xfrm>
                <a:off x="228600" y="990720"/>
                <a:ext cx="152280" cy="152280"/>
              </a:xfrm>
              <a:prstGeom prst="rect">
                <a:avLst/>
              </a:prstGeom>
              <a:solidFill>
                <a:srgbClr val="009999"/>
              </a:solidFill>
              <a:ln w="0">
                <a:noFill/>
              </a:ln>
            </p:spPr>
            <p:style>
              <a:lnRef idx="0"/>
              <a:fillRef idx="0"/>
              <a:effectRef idx="0"/>
              <a:fontRef idx="minor"/>
            </p:style>
            <p:txBody>
              <a:bodyPr wrap="none" lIns="90000" tIns="46800" rIns="90000" bIns="46800" anchor="ctr">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imes New Roman"/>
                </a:endParaRPr>
              </a:p>
            </p:txBody>
          </p:sp>
          <p:sp>
            <p:nvSpPr>
              <p:cNvPr id="25" name="Rectangle 1049"/>
              <p:cNvSpPr/>
              <p:nvPr/>
            </p:nvSpPr>
            <p:spPr>
              <a:xfrm>
                <a:off x="380880" y="1143000"/>
                <a:ext cx="152280" cy="152280"/>
              </a:xfrm>
              <a:prstGeom prst="rect">
                <a:avLst/>
              </a:prstGeom>
              <a:solidFill>
                <a:srgbClr val="009999"/>
              </a:solidFill>
              <a:ln w="0">
                <a:noFill/>
              </a:ln>
            </p:spPr>
            <p:style>
              <a:lnRef idx="0"/>
              <a:fillRef idx="0"/>
              <a:effectRef idx="0"/>
              <a:fontRef idx="minor"/>
            </p:style>
            <p:txBody>
              <a:bodyPr wrap="none" lIns="90000" tIns="46800" rIns="90000" bIns="46800" anchor="ctr">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imes New Roman"/>
                </a:endParaRPr>
              </a:p>
            </p:txBody>
          </p:sp>
          <p:sp>
            <p:nvSpPr>
              <p:cNvPr id="26" name="Rectangle 1050"/>
              <p:cNvSpPr/>
              <p:nvPr/>
            </p:nvSpPr>
            <p:spPr>
              <a:xfrm>
                <a:off x="380880" y="990720"/>
                <a:ext cx="152280" cy="152280"/>
              </a:xfrm>
              <a:prstGeom prst="rect">
                <a:avLst/>
              </a:prstGeom>
              <a:solidFill>
                <a:srgbClr val="000000"/>
              </a:solidFill>
              <a:ln w="0">
                <a:noFill/>
              </a:ln>
            </p:spPr>
            <p:style>
              <a:lnRef idx="0"/>
              <a:fillRef idx="0"/>
              <a:effectRef idx="0"/>
              <a:fontRef idx="minor"/>
            </p:style>
            <p:txBody>
              <a:bodyPr wrap="none" lIns="90000" tIns="46800" rIns="90000" bIns="46800" anchor="ctr">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imes New Roman"/>
                </a:endParaRPr>
              </a:p>
            </p:txBody>
          </p:sp>
          <p:sp>
            <p:nvSpPr>
              <p:cNvPr id="27" name="Rectangle 1051"/>
              <p:cNvSpPr/>
              <p:nvPr/>
            </p:nvSpPr>
            <p:spPr>
              <a:xfrm>
                <a:off x="228600" y="1143000"/>
                <a:ext cx="152280" cy="152280"/>
              </a:xfrm>
              <a:prstGeom prst="rect">
                <a:avLst/>
              </a:prstGeom>
              <a:solidFill>
                <a:srgbClr val="000000"/>
              </a:solidFill>
              <a:ln w="0">
                <a:noFill/>
              </a:ln>
            </p:spPr>
            <p:style>
              <a:lnRef idx="0"/>
              <a:fillRef idx="0"/>
              <a:effectRef idx="0"/>
              <a:fontRef idx="minor"/>
            </p:style>
            <p:txBody>
              <a:bodyPr wrap="none" lIns="90000" tIns="46800" rIns="90000" bIns="46800" anchor="ctr">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imes New Roman"/>
                </a:endParaRPr>
              </a:p>
            </p:txBody>
          </p:sp>
        </p:grpSp>
        <p:grpSp>
          <p:nvGrpSpPr>
            <p:cNvPr id="28" name="Group 1052"/>
            <p:cNvGrpSpPr/>
            <p:nvPr/>
          </p:nvGrpSpPr>
          <p:grpSpPr>
            <a:xfrm>
              <a:off x="228600" y="1905120"/>
              <a:ext cx="8381880" cy="0"/>
              <a:chOff x="228600" y="1905120"/>
              <a:chExt cx="8381880" cy="0"/>
            </a:xfrm>
          </p:grpSpPr>
          <p:sp>
            <p:nvSpPr>
              <p:cNvPr id="29" name="Line 1053"/>
              <p:cNvSpPr/>
              <p:nvPr/>
            </p:nvSpPr>
            <p:spPr>
              <a:xfrm>
                <a:off x="228600" y="1905120"/>
                <a:ext cx="380880" cy="0"/>
              </a:xfrm>
              <a:prstGeom prst="line">
                <a:avLst/>
              </a:prstGeom>
              <a:ln w="57240">
                <a:solidFill>
                  <a:srgbClr val="000000"/>
                </a:solidFill>
                <a:miter/>
              </a:ln>
            </p:spPr>
            <p:style>
              <a:lnRef idx="0"/>
              <a:fillRef idx="0"/>
              <a:effectRef idx="0"/>
              <a:fontRef idx="minor"/>
            </p:style>
            <p:txBody>
              <a:bodyPr lIns="90000" tIns="-46800" rIns="90000" bIns="-46800" anchor="ctr">
                <a:noAutofit/>
              </a:bodyPr>
              <a:p>
                <a:endParaRPr lang="en-US" sz="2400" b="0" u="none" strike="noStrike">
                  <a:solidFill>
                    <a:srgbClr val="000000"/>
                  </a:solidFill>
                  <a:effectLst/>
                  <a:uFillTx/>
                  <a:latin typeface="Times New Roman"/>
                </a:endParaRPr>
              </a:p>
            </p:txBody>
          </p:sp>
          <p:sp>
            <p:nvSpPr>
              <p:cNvPr id="30" name="Line 1054"/>
              <p:cNvSpPr/>
              <p:nvPr/>
            </p:nvSpPr>
            <p:spPr>
              <a:xfrm>
                <a:off x="990720" y="1905120"/>
                <a:ext cx="380880" cy="0"/>
              </a:xfrm>
              <a:prstGeom prst="line">
                <a:avLst/>
              </a:prstGeom>
              <a:ln w="57240">
                <a:solidFill>
                  <a:srgbClr val="000000"/>
                </a:solidFill>
                <a:miter/>
              </a:ln>
            </p:spPr>
            <p:style>
              <a:lnRef idx="0"/>
              <a:fillRef idx="0"/>
              <a:effectRef idx="0"/>
              <a:fontRef idx="minor"/>
            </p:style>
            <p:txBody>
              <a:bodyPr lIns="90000" tIns="-46800" rIns="90000" bIns="-46800" anchor="ctr">
                <a:noAutofit/>
              </a:bodyPr>
              <a:p>
                <a:endParaRPr lang="en-US" sz="2400" b="0" u="none" strike="noStrike">
                  <a:solidFill>
                    <a:srgbClr val="000000"/>
                  </a:solidFill>
                  <a:effectLst/>
                  <a:uFillTx/>
                  <a:latin typeface="Times New Roman"/>
                </a:endParaRPr>
              </a:p>
            </p:txBody>
          </p:sp>
          <p:sp>
            <p:nvSpPr>
              <p:cNvPr id="31" name="Line 1055"/>
              <p:cNvSpPr/>
              <p:nvPr/>
            </p:nvSpPr>
            <p:spPr>
              <a:xfrm>
                <a:off x="609480" y="1905120"/>
                <a:ext cx="381240" cy="0"/>
              </a:xfrm>
              <a:prstGeom prst="line">
                <a:avLst/>
              </a:prstGeom>
              <a:ln w="57240">
                <a:solidFill>
                  <a:srgbClr val="009999"/>
                </a:solidFill>
                <a:miter/>
              </a:ln>
            </p:spPr>
            <p:style>
              <a:lnRef idx="0"/>
              <a:fillRef idx="0"/>
              <a:effectRef idx="0"/>
              <a:fontRef idx="minor"/>
            </p:style>
            <p:txBody>
              <a:bodyPr lIns="90000" tIns="-46800" rIns="90000" bIns="-46800" anchor="ctr">
                <a:noAutofit/>
              </a:bodyPr>
              <a:p>
                <a:endParaRPr lang="en-US" sz="2400" b="0" u="none" strike="noStrike">
                  <a:solidFill>
                    <a:srgbClr val="000000"/>
                  </a:solidFill>
                  <a:effectLst/>
                  <a:uFillTx/>
                  <a:latin typeface="Times New Roman"/>
                </a:endParaRPr>
              </a:p>
            </p:txBody>
          </p:sp>
          <p:sp>
            <p:nvSpPr>
              <p:cNvPr id="32" name="Line 1056"/>
              <p:cNvSpPr/>
              <p:nvPr/>
            </p:nvSpPr>
            <p:spPr>
              <a:xfrm>
                <a:off x="1752480" y="1905120"/>
                <a:ext cx="381240" cy="0"/>
              </a:xfrm>
              <a:prstGeom prst="line">
                <a:avLst/>
              </a:prstGeom>
              <a:ln w="57240">
                <a:solidFill>
                  <a:srgbClr val="000000"/>
                </a:solidFill>
                <a:miter/>
              </a:ln>
            </p:spPr>
            <p:style>
              <a:lnRef idx="0"/>
              <a:fillRef idx="0"/>
              <a:effectRef idx="0"/>
              <a:fontRef idx="minor"/>
            </p:style>
            <p:txBody>
              <a:bodyPr lIns="90000" tIns="-46800" rIns="90000" bIns="-46800" anchor="ctr">
                <a:noAutofit/>
              </a:bodyPr>
              <a:p>
                <a:endParaRPr lang="en-US" sz="2400" b="0" u="none" strike="noStrike">
                  <a:solidFill>
                    <a:srgbClr val="000000"/>
                  </a:solidFill>
                  <a:effectLst/>
                  <a:uFillTx/>
                  <a:latin typeface="Times New Roman"/>
                </a:endParaRPr>
              </a:p>
            </p:txBody>
          </p:sp>
          <p:sp>
            <p:nvSpPr>
              <p:cNvPr id="33" name="Line 1057"/>
              <p:cNvSpPr/>
              <p:nvPr/>
            </p:nvSpPr>
            <p:spPr>
              <a:xfrm>
                <a:off x="1371600" y="1905120"/>
                <a:ext cx="380880" cy="0"/>
              </a:xfrm>
              <a:prstGeom prst="line">
                <a:avLst/>
              </a:prstGeom>
              <a:ln w="57240">
                <a:solidFill>
                  <a:srgbClr val="009999"/>
                </a:solidFill>
                <a:miter/>
              </a:ln>
            </p:spPr>
            <p:style>
              <a:lnRef idx="0"/>
              <a:fillRef idx="0"/>
              <a:effectRef idx="0"/>
              <a:fontRef idx="minor"/>
            </p:style>
            <p:txBody>
              <a:bodyPr lIns="90000" tIns="-46800" rIns="90000" bIns="-46800" anchor="ctr">
                <a:noAutofit/>
              </a:bodyPr>
              <a:p>
                <a:endParaRPr lang="en-US" sz="2400" b="0" u="none" strike="noStrike">
                  <a:solidFill>
                    <a:srgbClr val="000000"/>
                  </a:solidFill>
                  <a:effectLst/>
                  <a:uFillTx/>
                  <a:latin typeface="Times New Roman"/>
                </a:endParaRPr>
              </a:p>
            </p:txBody>
          </p:sp>
          <p:sp>
            <p:nvSpPr>
              <p:cNvPr id="34" name="Line 1058"/>
              <p:cNvSpPr/>
              <p:nvPr/>
            </p:nvSpPr>
            <p:spPr>
              <a:xfrm>
                <a:off x="2514600" y="1905120"/>
                <a:ext cx="380880" cy="0"/>
              </a:xfrm>
              <a:prstGeom prst="line">
                <a:avLst/>
              </a:prstGeom>
              <a:ln w="57240">
                <a:solidFill>
                  <a:srgbClr val="000000"/>
                </a:solidFill>
                <a:miter/>
              </a:ln>
            </p:spPr>
            <p:style>
              <a:lnRef idx="0"/>
              <a:fillRef idx="0"/>
              <a:effectRef idx="0"/>
              <a:fontRef idx="minor"/>
            </p:style>
            <p:txBody>
              <a:bodyPr lIns="90000" tIns="-46800" rIns="90000" bIns="-46800" anchor="ctr">
                <a:noAutofit/>
              </a:bodyPr>
              <a:p>
                <a:endParaRPr lang="en-US" sz="2400" b="0" u="none" strike="noStrike">
                  <a:solidFill>
                    <a:srgbClr val="000000"/>
                  </a:solidFill>
                  <a:effectLst/>
                  <a:uFillTx/>
                  <a:latin typeface="Times New Roman"/>
                </a:endParaRPr>
              </a:p>
            </p:txBody>
          </p:sp>
          <p:sp>
            <p:nvSpPr>
              <p:cNvPr id="35" name="Line 1059"/>
              <p:cNvSpPr/>
              <p:nvPr/>
            </p:nvSpPr>
            <p:spPr>
              <a:xfrm>
                <a:off x="2133720" y="1905120"/>
                <a:ext cx="380880" cy="0"/>
              </a:xfrm>
              <a:prstGeom prst="line">
                <a:avLst/>
              </a:prstGeom>
              <a:ln w="57240">
                <a:solidFill>
                  <a:srgbClr val="009999"/>
                </a:solidFill>
                <a:miter/>
              </a:ln>
            </p:spPr>
            <p:style>
              <a:lnRef idx="0"/>
              <a:fillRef idx="0"/>
              <a:effectRef idx="0"/>
              <a:fontRef idx="minor"/>
            </p:style>
            <p:txBody>
              <a:bodyPr lIns="90000" tIns="-46800" rIns="90000" bIns="-46800" anchor="ctr">
                <a:noAutofit/>
              </a:bodyPr>
              <a:p>
                <a:endParaRPr lang="en-US" sz="2400" b="0" u="none" strike="noStrike">
                  <a:solidFill>
                    <a:srgbClr val="000000"/>
                  </a:solidFill>
                  <a:effectLst/>
                  <a:uFillTx/>
                  <a:latin typeface="Times New Roman"/>
                </a:endParaRPr>
              </a:p>
            </p:txBody>
          </p:sp>
          <p:sp>
            <p:nvSpPr>
              <p:cNvPr id="36" name="Line 1060"/>
              <p:cNvSpPr/>
              <p:nvPr/>
            </p:nvSpPr>
            <p:spPr>
              <a:xfrm>
                <a:off x="3276720" y="1905120"/>
                <a:ext cx="380880" cy="0"/>
              </a:xfrm>
              <a:prstGeom prst="line">
                <a:avLst/>
              </a:prstGeom>
              <a:ln w="57240">
                <a:solidFill>
                  <a:srgbClr val="000000"/>
                </a:solidFill>
                <a:miter/>
              </a:ln>
            </p:spPr>
            <p:style>
              <a:lnRef idx="0"/>
              <a:fillRef idx="0"/>
              <a:effectRef idx="0"/>
              <a:fontRef idx="minor"/>
            </p:style>
            <p:txBody>
              <a:bodyPr lIns="90000" tIns="-46800" rIns="90000" bIns="-46800" anchor="ctr">
                <a:noAutofit/>
              </a:bodyPr>
              <a:p>
                <a:endParaRPr lang="en-US" sz="2400" b="0" u="none" strike="noStrike">
                  <a:solidFill>
                    <a:srgbClr val="000000"/>
                  </a:solidFill>
                  <a:effectLst/>
                  <a:uFillTx/>
                  <a:latin typeface="Times New Roman"/>
                </a:endParaRPr>
              </a:p>
            </p:txBody>
          </p:sp>
          <p:sp>
            <p:nvSpPr>
              <p:cNvPr id="37" name="Line 1061"/>
              <p:cNvSpPr/>
              <p:nvPr/>
            </p:nvSpPr>
            <p:spPr>
              <a:xfrm>
                <a:off x="2895480" y="1905120"/>
                <a:ext cx="381240" cy="0"/>
              </a:xfrm>
              <a:prstGeom prst="line">
                <a:avLst/>
              </a:prstGeom>
              <a:ln w="57240">
                <a:solidFill>
                  <a:srgbClr val="009999"/>
                </a:solidFill>
                <a:miter/>
              </a:ln>
            </p:spPr>
            <p:style>
              <a:lnRef idx="0"/>
              <a:fillRef idx="0"/>
              <a:effectRef idx="0"/>
              <a:fontRef idx="minor"/>
            </p:style>
            <p:txBody>
              <a:bodyPr lIns="90000" tIns="-46800" rIns="90000" bIns="-46800" anchor="ctr">
                <a:noAutofit/>
              </a:bodyPr>
              <a:p>
                <a:endParaRPr lang="en-US" sz="2400" b="0" u="none" strike="noStrike">
                  <a:solidFill>
                    <a:srgbClr val="000000"/>
                  </a:solidFill>
                  <a:effectLst/>
                  <a:uFillTx/>
                  <a:latin typeface="Times New Roman"/>
                </a:endParaRPr>
              </a:p>
            </p:txBody>
          </p:sp>
          <p:sp>
            <p:nvSpPr>
              <p:cNvPr id="38" name="Line 1062"/>
              <p:cNvSpPr/>
              <p:nvPr/>
            </p:nvSpPr>
            <p:spPr>
              <a:xfrm>
                <a:off x="4038480" y="1905120"/>
                <a:ext cx="381240" cy="0"/>
              </a:xfrm>
              <a:prstGeom prst="line">
                <a:avLst/>
              </a:prstGeom>
              <a:ln w="57240">
                <a:solidFill>
                  <a:srgbClr val="000000"/>
                </a:solidFill>
                <a:miter/>
              </a:ln>
            </p:spPr>
            <p:style>
              <a:lnRef idx="0"/>
              <a:fillRef idx="0"/>
              <a:effectRef idx="0"/>
              <a:fontRef idx="minor"/>
            </p:style>
            <p:txBody>
              <a:bodyPr lIns="90000" tIns="-46800" rIns="90000" bIns="-46800" anchor="ctr">
                <a:noAutofit/>
              </a:bodyPr>
              <a:p>
                <a:endParaRPr lang="en-US" sz="2400" b="0" u="none" strike="noStrike">
                  <a:solidFill>
                    <a:srgbClr val="000000"/>
                  </a:solidFill>
                  <a:effectLst/>
                  <a:uFillTx/>
                  <a:latin typeface="Times New Roman"/>
                </a:endParaRPr>
              </a:p>
            </p:txBody>
          </p:sp>
          <p:sp>
            <p:nvSpPr>
              <p:cNvPr id="39" name="Line 1063"/>
              <p:cNvSpPr/>
              <p:nvPr/>
            </p:nvSpPr>
            <p:spPr>
              <a:xfrm>
                <a:off x="3657600" y="1905120"/>
                <a:ext cx="380880" cy="0"/>
              </a:xfrm>
              <a:prstGeom prst="line">
                <a:avLst/>
              </a:prstGeom>
              <a:ln w="57240">
                <a:solidFill>
                  <a:srgbClr val="009999"/>
                </a:solidFill>
                <a:miter/>
              </a:ln>
            </p:spPr>
            <p:style>
              <a:lnRef idx="0"/>
              <a:fillRef idx="0"/>
              <a:effectRef idx="0"/>
              <a:fontRef idx="minor"/>
            </p:style>
            <p:txBody>
              <a:bodyPr lIns="90000" tIns="-46800" rIns="90000" bIns="-46800" anchor="ctr">
                <a:noAutofit/>
              </a:bodyPr>
              <a:p>
                <a:endParaRPr lang="en-US" sz="2400" b="0" u="none" strike="noStrike">
                  <a:solidFill>
                    <a:srgbClr val="000000"/>
                  </a:solidFill>
                  <a:effectLst/>
                  <a:uFillTx/>
                  <a:latin typeface="Times New Roman"/>
                </a:endParaRPr>
              </a:p>
            </p:txBody>
          </p:sp>
          <p:sp>
            <p:nvSpPr>
              <p:cNvPr id="40" name="Line 1064"/>
              <p:cNvSpPr/>
              <p:nvPr/>
            </p:nvSpPr>
            <p:spPr>
              <a:xfrm>
                <a:off x="4800600" y="1905120"/>
                <a:ext cx="380880" cy="0"/>
              </a:xfrm>
              <a:prstGeom prst="line">
                <a:avLst/>
              </a:prstGeom>
              <a:ln w="57240">
                <a:solidFill>
                  <a:srgbClr val="000000"/>
                </a:solidFill>
                <a:miter/>
              </a:ln>
            </p:spPr>
            <p:style>
              <a:lnRef idx="0"/>
              <a:fillRef idx="0"/>
              <a:effectRef idx="0"/>
              <a:fontRef idx="minor"/>
            </p:style>
            <p:txBody>
              <a:bodyPr lIns="90000" tIns="-46800" rIns="90000" bIns="-46800" anchor="ctr">
                <a:noAutofit/>
              </a:bodyPr>
              <a:p>
                <a:endParaRPr lang="en-US" sz="2400" b="0" u="none" strike="noStrike">
                  <a:solidFill>
                    <a:srgbClr val="000000"/>
                  </a:solidFill>
                  <a:effectLst/>
                  <a:uFillTx/>
                  <a:latin typeface="Times New Roman"/>
                </a:endParaRPr>
              </a:p>
            </p:txBody>
          </p:sp>
          <p:sp>
            <p:nvSpPr>
              <p:cNvPr id="41" name="Line 1065"/>
              <p:cNvSpPr/>
              <p:nvPr/>
            </p:nvSpPr>
            <p:spPr>
              <a:xfrm>
                <a:off x="4419720" y="1905120"/>
                <a:ext cx="380880" cy="0"/>
              </a:xfrm>
              <a:prstGeom prst="line">
                <a:avLst/>
              </a:prstGeom>
              <a:ln w="57240">
                <a:solidFill>
                  <a:srgbClr val="009999"/>
                </a:solidFill>
                <a:miter/>
              </a:ln>
            </p:spPr>
            <p:style>
              <a:lnRef idx="0"/>
              <a:fillRef idx="0"/>
              <a:effectRef idx="0"/>
              <a:fontRef idx="minor"/>
            </p:style>
            <p:txBody>
              <a:bodyPr lIns="90000" tIns="-46800" rIns="90000" bIns="-46800" anchor="ctr">
                <a:noAutofit/>
              </a:bodyPr>
              <a:p>
                <a:endParaRPr lang="en-US" sz="2400" b="0" u="none" strike="noStrike">
                  <a:solidFill>
                    <a:srgbClr val="000000"/>
                  </a:solidFill>
                  <a:effectLst/>
                  <a:uFillTx/>
                  <a:latin typeface="Times New Roman"/>
                </a:endParaRPr>
              </a:p>
            </p:txBody>
          </p:sp>
          <p:sp>
            <p:nvSpPr>
              <p:cNvPr id="42" name="Line 1066"/>
              <p:cNvSpPr/>
              <p:nvPr/>
            </p:nvSpPr>
            <p:spPr>
              <a:xfrm>
                <a:off x="5562720" y="1905120"/>
                <a:ext cx="380880" cy="0"/>
              </a:xfrm>
              <a:prstGeom prst="line">
                <a:avLst/>
              </a:prstGeom>
              <a:ln w="57240">
                <a:solidFill>
                  <a:srgbClr val="000000"/>
                </a:solidFill>
                <a:miter/>
              </a:ln>
            </p:spPr>
            <p:style>
              <a:lnRef idx="0"/>
              <a:fillRef idx="0"/>
              <a:effectRef idx="0"/>
              <a:fontRef idx="minor"/>
            </p:style>
            <p:txBody>
              <a:bodyPr lIns="90000" tIns="-46800" rIns="90000" bIns="-46800" anchor="ctr">
                <a:noAutofit/>
              </a:bodyPr>
              <a:p>
                <a:endParaRPr lang="en-US" sz="2400" b="0" u="none" strike="noStrike">
                  <a:solidFill>
                    <a:srgbClr val="000000"/>
                  </a:solidFill>
                  <a:effectLst/>
                  <a:uFillTx/>
                  <a:latin typeface="Times New Roman"/>
                </a:endParaRPr>
              </a:p>
            </p:txBody>
          </p:sp>
          <p:sp>
            <p:nvSpPr>
              <p:cNvPr id="43" name="Line 1067"/>
              <p:cNvSpPr/>
              <p:nvPr/>
            </p:nvSpPr>
            <p:spPr>
              <a:xfrm>
                <a:off x="5181480" y="1905120"/>
                <a:ext cx="381240" cy="0"/>
              </a:xfrm>
              <a:prstGeom prst="line">
                <a:avLst/>
              </a:prstGeom>
              <a:ln w="57240">
                <a:solidFill>
                  <a:srgbClr val="009999"/>
                </a:solidFill>
                <a:miter/>
              </a:ln>
            </p:spPr>
            <p:style>
              <a:lnRef idx="0"/>
              <a:fillRef idx="0"/>
              <a:effectRef idx="0"/>
              <a:fontRef idx="minor"/>
            </p:style>
            <p:txBody>
              <a:bodyPr lIns="90000" tIns="-46800" rIns="90000" bIns="-46800" anchor="ctr">
                <a:noAutofit/>
              </a:bodyPr>
              <a:p>
                <a:endParaRPr lang="en-US" sz="2400" b="0" u="none" strike="noStrike">
                  <a:solidFill>
                    <a:srgbClr val="000000"/>
                  </a:solidFill>
                  <a:effectLst/>
                  <a:uFillTx/>
                  <a:latin typeface="Times New Roman"/>
                </a:endParaRPr>
              </a:p>
            </p:txBody>
          </p:sp>
          <p:sp>
            <p:nvSpPr>
              <p:cNvPr id="44" name="Line 1068"/>
              <p:cNvSpPr/>
              <p:nvPr/>
            </p:nvSpPr>
            <p:spPr>
              <a:xfrm>
                <a:off x="6324480" y="1905120"/>
                <a:ext cx="381240" cy="0"/>
              </a:xfrm>
              <a:prstGeom prst="line">
                <a:avLst/>
              </a:prstGeom>
              <a:ln w="57240">
                <a:solidFill>
                  <a:srgbClr val="000000"/>
                </a:solidFill>
                <a:miter/>
              </a:ln>
            </p:spPr>
            <p:style>
              <a:lnRef idx="0"/>
              <a:fillRef idx="0"/>
              <a:effectRef idx="0"/>
              <a:fontRef idx="minor"/>
            </p:style>
            <p:txBody>
              <a:bodyPr lIns="90000" tIns="-46800" rIns="90000" bIns="-46800" anchor="ctr">
                <a:noAutofit/>
              </a:bodyPr>
              <a:p>
                <a:endParaRPr lang="en-US" sz="2400" b="0" u="none" strike="noStrike">
                  <a:solidFill>
                    <a:srgbClr val="000000"/>
                  </a:solidFill>
                  <a:effectLst/>
                  <a:uFillTx/>
                  <a:latin typeface="Times New Roman"/>
                </a:endParaRPr>
              </a:p>
            </p:txBody>
          </p:sp>
          <p:sp>
            <p:nvSpPr>
              <p:cNvPr id="45" name="Line 1069"/>
              <p:cNvSpPr/>
              <p:nvPr/>
            </p:nvSpPr>
            <p:spPr>
              <a:xfrm>
                <a:off x="5943600" y="1905120"/>
                <a:ext cx="380880" cy="0"/>
              </a:xfrm>
              <a:prstGeom prst="line">
                <a:avLst/>
              </a:prstGeom>
              <a:ln w="57240">
                <a:solidFill>
                  <a:srgbClr val="009999"/>
                </a:solidFill>
                <a:miter/>
              </a:ln>
            </p:spPr>
            <p:style>
              <a:lnRef idx="0"/>
              <a:fillRef idx="0"/>
              <a:effectRef idx="0"/>
              <a:fontRef idx="minor"/>
            </p:style>
            <p:txBody>
              <a:bodyPr lIns="90000" tIns="-46800" rIns="90000" bIns="-46800" anchor="ctr">
                <a:noAutofit/>
              </a:bodyPr>
              <a:p>
                <a:endParaRPr lang="en-US" sz="2400" b="0" u="none" strike="noStrike">
                  <a:solidFill>
                    <a:srgbClr val="000000"/>
                  </a:solidFill>
                  <a:effectLst/>
                  <a:uFillTx/>
                  <a:latin typeface="Times New Roman"/>
                </a:endParaRPr>
              </a:p>
            </p:txBody>
          </p:sp>
          <p:sp>
            <p:nvSpPr>
              <p:cNvPr id="46" name="Line 1070"/>
              <p:cNvSpPr/>
              <p:nvPr/>
            </p:nvSpPr>
            <p:spPr>
              <a:xfrm>
                <a:off x="7086600" y="1905120"/>
                <a:ext cx="380880" cy="0"/>
              </a:xfrm>
              <a:prstGeom prst="line">
                <a:avLst/>
              </a:prstGeom>
              <a:ln w="57240">
                <a:solidFill>
                  <a:srgbClr val="000000"/>
                </a:solidFill>
                <a:miter/>
              </a:ln>
            </p:spPr>
            <p:style>
              <a:lnRef idx="0"/>
              <a:fillRef idx="0"/>
              <a:effectRef idx="0"/>
              <a:fontRef idx="minor"/>
            </p:style>
            <p:txBody>
              <a:bodyPr lIns="90000" tIns="-46800" rIns="90000" bIns="-46800" anchor="ctr">
                <a:noAutofit/>
              </a:bodyPr>
              <a:p>
                <a:endParaRPr lang="en-US" sz="2400" b="0" u="none" strike="noStrike">
                  <a:solidFill>
                    <a:srgbClr val="000000"/>
                  </a:solidFill>
                  <a:effectLst/>
                  <a:uFillTx/>
                  <a:latin typeface="Times New Roman"/>
                </a:endParaRPr>
              </a:p>
            </p:txBody>
          </p:sp>
          <p:sp>
            <p:nvSpPr>
              <p:cNvPr id="47" name="Line 1071"/>
              <p:cNvSpPr/>
              <p:nvPr/>
            </p:nvSpPr>
            <p:spPr>
              <a:xfrm>
                <a:off x="6705720" y="1905120"/>
                <a:ext cx="380880" cy="0"/>
              </a:xfrm>
              <a:prstGeom prst="line">
                <a:avLst/>
              </a:prstGeom>
              <a:ln w="57240">
                <a:solidFill>
                  <a:srgbClr val="009999"/>
                </a:solidFill>
                <a:miter/>
              </a:ln>
            </p:spPr>
            <p:style>
              <a:lnRef idx="0"/>
              <a:fillRef idx="0"/>
              <a:effectRef idx="0"/>
              <a:fontRef idx="minor"/>
            </p:style>
            <p:txBody>
              <a:bodyPr lIns="90000" tIns="-46800" rIns="90000" bIns="-46800" anchor="ctr">
                <a:noAutofit/>
              </a:bodyPr>
              <a:p>
                <a:endParaRPr lang="en-US" sz="2400" b="0" u="none" strike="noStrike">
                  <a:solidFill>
                    <a:srgbClr val="000000"/>
                  </a:solidFill>
                  <a:effectLst/>
                  <a:uFillTx/>
                  <a:latin typeface="Times New Roman"/>
                </a:endParaRPr>
              </a:p>
            </p:txBody>
          </p:sp>
          <p:sp>
            <p:nvSpPr>
              <p:cNvPr id="48" name="Line 1072"/>
              <p:cNvSpPr/>
              <p:nvPr/>
            </p:nvSpPr>
            <p:spPr>
              <a:xfrm>
                <a:off x="7848720" y="1905120"/>
                <a:ext cx="380880" cy="0"/>
              </a:xfrm>
              <a:prstGeom prst="line">
                <a:avLst/>
              </a:prstGeom>
              <a:ln w="57240">
                <a:solidFill>
                  <a:srgbClr val="000000"/>
                </a:solidFill>
                <a:miter/>
              </a:ln>
            </p:spPr>
            <p:style>
              <a:lnRef idx="0"/>
              <a:fillRef idx="0"/>
              <a:effectRef idx="0"/>
              <a:fontRef idx="minor"/>
            </p:style>
            <p:txBody>
              <a:bodyPr lIns="90000" tIns="-46800" rIns="90000" bIns="-46800" anchor="ctr">
                <a:noAutofit/>
              </a:bodyPr>
              <a:p>
                <a:endParaRPr lang="en-US" sz="2400" b="0" u="none" strike="noStrike">
                  <a:solidFill>
                    <a:srgbClr val="000000"/>
                  </a:solidFill>
                  <a:effectLst/>
                  <a:uFillTx/>
                  <a:latin typeface="Times New Roman"/>
                </a:endParaRPr>
              </a:p>
            </p:txBody>
          </p:sp>
          <p:sp>
            <p:nvSpPr>
              <p:cNvPr id="49" name="Line 1073"/>
              <p:cNvSpPr/>
              <p:nvPr/>
            </p:nvSpPr>
            <p:spPr>
              <a:xfrm>
                <a:off x="7467480" y="1905120"/>
                <a:ext cx="381240" cy="0"/>
              </a:xfrm>
              <a:prstGeom prst="line">
                <a:avLst/>
              </a:prstGeom>
              <a:ln w="57240">
                <a:solidFill>
                  <a:srgbClr val="009999"/>
                </a:solidFill>
                <a:miter/>
              </a:ln>
            </p:spPr>
            <p:style>
              <a:lnRef idx="0"/>
              <a:fillRef idx="0"/>
              <a:effectRef idx="0"/>
              <a:fontRef idx="minor"/>
            </p:style>
            <p:txBody>
              <a:bodyPr lIns="90000" tIns="-46800" rIns="90000" bIns="-46800" anchor="ctr">
                <a:noAutofit/>
              </a:bodyPr>
              <a:p>
                <a:endParaRPr lang="en-US" sz="2400" b="0" u="none" strike="noStrike">
                  <a:solidFill>
                    <a:srgbClr val="000000"/>
                  </a:solidFill>
                  <a:effectLst/>
                  <a:uFillTx/>
                  <a:latin typeface="Times New Roman"/>
                </a:endParaRPr>
              </a:p>
            </p:txBody>
          </p:sp>
          <p:sp>
            <p:nvSpPr>
              <p:cNvPr id="50" name="Line 1074"/>
              <p:cNvSpPr/>
              <p:nvPr/>
            </p:nvSpPr>
            <p:spPr>
              <a:xfrm>
                <a:off x="8229600" y="1905120"/>
                <a:ext cx="380880" cy="0"/>
              </a:xfrm>
              <a:prstGeom prst="line">
                <a:avLst/>
              </a:prstGeom>
              <a:ln w="57240">
                <a:solidFill>
                  <a:srgbClr val="009999"/>
                </a:solidFill>
                <a:miter/>
              </a:ln>
            </p:spPr>
            <p:style>
              <a:lnRef idx="0"/>
              <a:fillRef idx="0"/>
              <a:effectRef idx="0"/>
              <a:fontRef idx="minor"/>
            </p:style>
            <p:txBody>
              <a:bodyPr lIns="90000" tIns="-46800" rIns="90000" bIns="-46800" anchor="ctr">
                <a:noAutofit/>
              </a:bodyPr>
              <a:p>
                <a:endParaRPr lang="en-US" sz="2400" b="0" u="none" strike="noStrike">
                  <a:solidFill>
                    <a:srgbClr val="000000"/>
                  </a:solidFill>
                  <a:effectLst/>
                  <a:uFillTx/>
                  <a:latin typeface="Times New Roman"/>
                </a:endParaRPr>
              </a:p>
            </p:txBody>
          </p:sp>
        </p:grpSp>
      </p:grpSp>
      <p:sp>
        <p:nvSpPr>
          <p:cNvPr id="51" name="PlaceHolder 1"/>
          <p:cNvSpPr>
            <a:spLocks noGrp="1"/>
          </p:cNvSpPr>
          <p:nvPr>
            <p:ph type="title"/>
          </p:nvPr>
        </p:nvSpPr>
        <p:spPr>
          <a:xfrm>
            <a:off x="685800" y="533160"/>
            <a:ext cx="7772400" cy="1143000"/>
          </a:xfrm>
          <a:prstGeom prst="rect">
            <a:avLst/>
          </a:prstGeom>
          <a:noFill/>
          <a:ln w="0">
            <a:noFill/>
          </a:ln>
        </p:spPr>
        <p:txBody>
          <a:bodyPr lIns="90000" tIns="46800" rIns="90000" bIns="46800" anchor="ctr">
            <a:noAutofit/>
          </a:bodyPr>
          <a:lstStyle>
            <a:lvl1pPr indent="0" algn="l">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lang="zh-CN" sz="4400" b="0" u="none" strike="noStrike">
                <a:solidFill>
                  <a:srgbClr val="FFFFFF"/>
                </a:solidFill>
                <a:effectLst/>
                <a:uFillTx/>
                <a:latin typeface="Times New Roman"/>
              </a:defRPr>
            </a:lvl1pPr>
          </a:lstStyle>
          <a:p>
            <a:pPr indent="0" algn="l">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4400" b="0" u="none" strike="noStrike">
                <a:solidFill>
                  <a:srgbClr val="FFFFFF"/>
                </a:solidFill>
                <a:effectLst/>
                <a:uFillTx/>
                <a:latin typeface="Times New Roman"/>
              </a:rPr>
              <a:t>单击以编辑标题文本格式</a:t>
            </a:r>
            <a:endParaRPr lang="en-US" sz="4400" b="0" u="none" strike="noStrike">
              <a:solidFill>
                <a:srgbClr val="FFFFFF"/>
              </a:solidFill>
              <a:effectLst/>
              <a:uFillTx/>
              <a:latin typeface="Times New Roman"/>
            </a:endParaRPr>
          </a:p>
        </p:txBody>
      </p:sp>
      <p:sp>
        <p:nvSpPr>
          <p:cNvPr id="52" name="PlaceHolder 2"/>
          <p:cNvSpPr>
            <a:spLocks noGrp="1"/>
          </p:cNvSpPr>
          <p:nvPr>
            <p:ph type="body"/>
          </p:nvPr>
        </p:nvSpPr>
        <p:spPr>
          <a:xfrm>
            <a:off x="685800" y="2057400"/>
            <a:ext cx="7772400" cy="4114800"/>
          </a:xfrm>
          <a:prstGeom prst="rect">
            <a:avLst/>
          </a:prstGeom>
          <a:noFill/>
          <a:ln w="0">
            <a:noFill/>
          </a:ln>
        </p:spPr>
        <p:txBody>
          <a:bodyPr lIns="90000" tIns="46800" rIns="90000" bIns="46800" anchor="t">
            <a:normAutofit lnSpcReduction="9999"/>
          </a:bodyPr>
          <a:lstStyle>
            <a:lvl1pPr algn="l">
              <a:spcBef>
                <a:spcPts val="799"/>
              </a:spcBef>
              <a:buClr>
                <a:srgbClr val="00EEE8"/>
              </a:buClr>
              <a:buSzPct val="7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lang="zh-CN" sz="3200" b="0" u="none" strike="noStrike">
                <a:solidFill>
                  <a:srgbClr val="000000"/>
                </a:solidFill>
                <a:effectLst/>
                <a:uFillTx/>
                <a:latin typeface="Times New Roman"/>
              </a:defRPr>
            </a:lvl1pPr>
            <a:lvl2pPr lvl="1" algn="l">
              <a:spcBef>
                <a:spcPts val="799"/>
              </a:spcBef>
              <a:buClr>
                <a:srgbClr val="009999"/>
              </a:buClr>
              <a:buSzPct val="7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lang="zh-CN" sz="3200" b="0" u="none" strike="noStrike">
                <a:solidFill>
                  <a:srgbClr val="000000"/>
                </a:solidFill>
                <a:effectLst/>
                <a:uFillTx/>
                <a:latin typeface="Times New Roman"/>
              </a:defRPr>
            </a:lvl2pPr>
            <a:lvl3pPr lvl="2" algn="l">
              <a:spcBef>
                <a:spcPts val="799"/>
              </a:spcBef>
              <a:buClr>
                <a:srgbClr val="CFD1E7"/>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lang="zh-CN" sz="3200" b="0" u="none" strike="noStrike">
                <a:solidFill>
                  <a:srgbClr val="000000"/>
                </a:solidFill>
                <a:effectLst/>
                <a:uFillTx/>
                <a:latin typeface="Times New Roman"/>
              </a:defRPr>
            </a:lvl3pPr>
            <a:lvl4pPr lvl="3" algn="l">
              <a:spcBef>
                <a:spcPts val="799"/>
              </a:spcBef>
              <a:buClr>
                <a:srgbClr val="000000"/>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lang="zh-CN" sz="3200" b="0" u="none" strike="noStrike">
                <a:solidFill>
                  <a:srgbClr val="000000"/>
                </a:solidFill>
                <a:effectLst/>
                <a:uFillTx/>
                <a:latin typeface="Times New Roman"/>
              </a:defRPr>
            </a:lvl4pPr>
            <a:lvl5pPr lvl="4" algn="l">
              <a:spcBef>
                <a:spcPts val="799"/>
              </a:spcBef>
              <a:buClr>
                <a:srgbClr val="C0C0C0"/>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lang="zh-CN" sz="3200" b="0" u="none" strike="noStrike">
                <a:solidFill>
                  <a:srgbClr val="000000"/>
                </a:solidFill>
                <a:effectLst/>
                <a:uFillTx/>
                <a:latin typeface="Times New Roman"/>
              </a:defRPr>
            </a:lvl5pPr>
            <a:lvl6pPr lvl="5" algn="l">
              <a:spcBef>
                <a:spcPts val="799"/>
              </a:spcBef>
              <a:buClr>
                <a:srgbClr val="000000"/>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lang="zh-CN" sz="3200" b="0" u="none" strike="noStrike">
                <a:solidFill>
                  <a:srgbClr val="000000"/>
                </a:solidFill>
                <a:effectLst/>
                <a:uFillTx/>
                <a:latin typeface="Times New Roman"/>
              </a:defRPr>
            </a:lvl6pPr>
            <a:lvl7pPr lvl="6" algn="l">
              <a:spcBef>
                <a:spcPts val="799"/>
              </a:spcBef>
              <a:buClr>
                <a:srgbClr val="000000"/>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lang="zh-CN" sz="3200" b="0" u="none" strike="noStrike">
                <a:solidFill>
                  <a:srgbClr val="000000"/>
                </a:solidFill>
                <a:effectLst/>
                <a:uFillTx/>
                <a:latin typeface="Times New Roman"/>
              </a:defRPr>
            </a:lvl7pPr>
          </a:lstStyle>
          <a:p>
            <a:pPr marL="343080" indent="-343080" algn="l">
              <a:spcBef>
                <a:spcPts val="799"/>
              </a:spcBef>
              <a:buClr>
                <a:srgbClr val="00EEE8"/>
              </a:buClr>
              <a:buSzPct val="7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zh-CN" sz="3200" b="0" u="none" strike="noStrike">
                <a:solidFill>
                  <a:srgbClr val="000000"/>
                </a:solidFill>
                <a:effectLst/>
                <a:uFillTx/>
                <a:latin typeface="Times New Roman"/>
              </a:rPr>
              <a:t>点击以编辑提纲文本格式</a:t>
            </a:r>
            <a:endParaRPr lang="en-US" sz="3200" b="0" u="none" strike="noStrike">
              <a:solidFill>
                <a:srgbClr val="000000"/>
              </a:solidFill>
              <a:effectLst/>
              <a:uFillTx/>
              <a:latin typeface="Times New Roman"/>
            </a:endParaRPr>
          </a:p>
          <a:p>
            <a:pPr marL="743040" lvl="1" indent="-285840" algn="l">
              <a:spcBef>
                <a:spcPts val="799"/>
              </a:spcBef>
              <a:buClr>
                <a:srgbClr val="009999"/>
              </a:buClr>
              <a:buSzPct val="7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zh-CN" sz="3200" b="0" u="none" strike="noStrike">
                <a:solidFill>
                  <a:srgbClr val="000000"/>
                </a:solidFill>
                <a:effectLst/>
                <a:uFillTx/>
                <a:latin typeface="Times New Roman"/>
              </a:rPr>
              <a:t>第二提纲级别</a:t>
            </a:r>
            <a:endParaRPr lang="en-US" sz="3200" b="0" u="none" strike="noStrike">
              <a:solidFill>
                <a:srgbClr val="000000"/>
              </a:solidFill>
              <a:effectLst/>
              <a:uFillTx/>
              <a:latin typeface="Times New Roman"/>
            </a:endParaRPr>
          </a:p>
          <a:p>
            <a:pPr marL="1143000" lvl="2" indent="-228600" algn="l">
              <a:spcBef>
                <a:spcPts val="799"/>
              </a:spcBef>
              <a:buClr>
                <a:srgbClr val="CFD1E7"/>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zh-CN" sz="3200" b="0" u="none" strike="noStrike">
                <a:solidFill>
                  <a:srgbClr val="000000"/>
                </a:solidFill>
                <a:effectLst/>
                <a:uFillTx/>
                <a:latin typeface="Times New Roman"/>
              </a:rPr>
              <a:t>第三提纲级别</a:t>
            </a:r>
            <a:endParaRPr lang="en-US" sz="3200" b="0" u="none" strike="noStrike">
              <a:solidFill>
                <a:srgbClr val="000000"/>
              </a:solidFill>
              <a:effectLst/>
              <a:uFillTx/>
              <a:latin typeface="Times New Roman"/>
            </a:endParaRPr>
          </a:p>
          <a:p>
            <a:pPr marL="1600200" lvl="3" indent="-228600" algn="l">
              <a:spcBef>
                <a:spcPts val="799"/>
              </a:spcBef>
              <a:buClr>
                <a:srgbClr val="000000"/>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zh-CN" sz="3200" b="0" u="none" strike="noStrike">
                <a:solidFill>
                  <a:srgbClr val="000000"/>
                </a:solidFill>
                <a:effectLst/>
                <a:uFillTx/>
                <a:latin typeface="Times New Roman"/>
              </a:rPr>
              <a:t>第四提纲级别</a:t>
            </a:r>
            <a:endParaRPr lang="en-US" sz="3200" b="0" u="none" strike="noStrike">
              <a:solidFill>
                <a:srgbClr val="000000"/>
              </a:solidFill>
              <a:effectLst/>
              <a:uFillTx/>
              <a:latin typeface="Times New Roman"/>
            </a:endParaRPr>
          </a:p>
          <a:p>
            <a:pPr marL="2057400" lvl="4" indent="-228600" algn="l">
              <a:spcBef>
                <a:spcPts val="799"/>
              </a:spcBef>
              <a:buClr>
                <a:srgbClr val="C0C0C0"/>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zh-CN" sz="3200" b="0" u="none" strike="noStrike">
                <a:solidFill>
                  <a:srgbClr val="000000"/>
                </a:solidFill>
                <a:effectLst/>
                <a:uFillTx/>
                <a:latin typeface="Times New Roman"/>
              </a:rPr>
              <a:t>第五提纲级别</a:t>
            </a:r>
            <a:endParaRPr lang="en-US" sz="3200" b="0" u="none" strike="noStrike">
              <a:solidFill>
                <a:srgbClr val="000000"/>
              </a:solidFill>
              <a:effectLst/>
              <a:uFillTx/>
              <a:latin typeface="Times New Roman"/>
            </a:endParaRPr>
          </a:p>
          <a:p>
            <a:pPr marL="2057400" lvl="5" indent="-228600" algn="l">
              <a:spcBef>
                <a:spcPts val="799"/>
              </a:spcBef>
              <a:buClr>
                <a:srgbClr val="000000"/>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zh-CN" sz="3200" b="0" u="none" strike="noStrike">
                <a:solidFill>
                  <a:srgbClr val="000000"/>
                </a:solidFill>
                <a:effectLst/>
                <a:uFillTx/>
                <a:latin typeface="Times New Roman"/>
              </a:rPr>
              <a:t>第六提纲级别</a:t>
            </a:r>
            <a:endParaRPr lang="en-US" sz="3200" b="0" u="none" strike="noStrike">
              <a:solidFill>
                <a:srgbClr val="000000"/>
              </a:solidFill>
              <a:effectLst/>
              <a:uFillTx/>
              <a:latin typeface="Times New Roman"/>
            </a:endParaRPr>
          </a:p>
          <a:p>
            <a:pPr marL="2057400" lvl="6" indent="-228600" algn="l">
              <a:spcBef>
                <a:spcPts val="799"/>
              </a:spcBef>
              <a:buClr>
                <a:srgbClr val="000000"/>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zh-CN" sz="3200" b="0" u="none" strike="noStrike">
                <a:solidFill>
                  <a:srgbClr val="000000"/>
                </a:solidFill>
                <a:effectLst/>
                <a:uFillTx/>
                <a:latin typeface="Times New Roman"/>
              </a:rPr>
              <a:t>第七提纲级别</a:t>
            </a:r>
            <a:endParaRPr lang="en-US" sz="3200" b="0" u="none" strike="noStrike">
              <a:solidFill>
                <a:srgbClr val="000000"/>
              </a:solidFill>
              <a:effectLst/>
              <a:uFillTx/>
              <a:latin typeface="Times New Roman"/>
            </a:endParaRPr>
          </a:p>
        </p:txBody>
      </p:sp>
      <p:sp>
        <p:nvSpPr>
          <p:cNvPr id="53" name="PlaceHolder 3"/>
          <p:cNvSpPr>
            <a:spLocks noGrp="1"/>
          </p:cNvSpPr>
          <p:nvPr>
            <p:ph type="dt" idx="1"/>
          </p:nvPr>
        </p:nvSpPr>
        <p:spPr>
          <a:xfrm>
            <a:off x="685800" y="6324480"/>
            <a:ext cx="1905120" cy="457200"/>
          </a:xfrm>
          <a:prstGeom prst="rect">
            <a:avLst/>
          </a:prstGeom>
          <a:noFill/>
          <a:ln w="0">
            <a:noFill/>
          </a:ln>
        </p:spPr>
        <p:txBody>
          <a:bodyPr lIns="90000" tIns="46800" rIns="90000" bIns="46800" anchor="ctr">
            <a:noAutofit/>
          </a:bodyPr>
          <a:p>
            <a:pPr indent="0" algn="l">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imes New Roman"/>
            </a:endParaRPr>
          </a:p>
        </p:txBody>
      </p:sp>
      <p:sp>
        <p:nvSpPr>
          <p:cNvPr id="54" name="PlaceHolder 4"/>
          <p:cNvSpPr>
            <a:spLocks noGrp="1"/>
          </p:cNvSpPr>
          <p:nvPr>
            <p:ph type="ftr" idx="2"/>
          </p:nvPr>
        </p:nvSpPr>
        <p:spPr>
          <a:xfrm>
            <a:off x="3124080" y="6324480"/>
            <a:ext cx="2895840" cy="457200"/>
          </a:xfrm>
          <a:prstGeom prst="rect">
            <a:avLst/>
          </a:prstGeom>
          <a:noFill/>
          <a:ln w="0">
            <a:noFill/>
          </a:ln>
        </p:spPr>
        <p:txBody>
          <a:bodyPr lIns="90000" tIns="46800" rIns="90000" bIns="46800" anchor="ctr">
            <a:noAutofit/>
          </a:bodyPr>
          <a:p>
            <a:pPr indent="0" algn="l">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imes New Roman"/>
            </a:endParaRPr>
          </a:p>
        </p:txBody>
      </p:sp>
      <p:sp>
        <p:nvSpPr>
          <p:cNvPr id="55" name="PlaceHolder 5"/>
          <p:cNvSpPr>
            <a:spLocks noGrp="1"/>
          </p:cNvSpPr>
          <p:nvPr>
            <p:ph type="sldNum" idx="3"/>
          </p:nvPr>
        </p:nvSpPr>
        <p:spPr>
          <a:xfrm>
            <a:off x="6553080" y="6324480"/>
            <a:ext cx="1905120" cy="457200"/>
          </a:xfrm>
          <a:prstGeom prst="rect">
            <a:avLst/>
          </a:prstGeom>
          <a:noFill/>
          <a:ln w="0">
            <a:noFill/>
          </a:ln>
        </p:spPr>
        <p:txBody>
          <a:bodyPr lIns="90000" tIns="46800" rIns="90000" bIns="46800" anchor="ctr">
            <a:noAutofit/>
          </a:bodyPr>
          <a:lstStyle>
            <a:lvl1pPr indent="0" algn="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lang="en-US" sz="1400" b="0" u="none" strike="noStrike">
                <a:solidFill>
                  <a:srgbClr val="000000"/>
                </a:solidFill>
                <a:effectLst/>
                <a:uFillTx/>
                <a:latin typeface="Times New Roman"/>
                <a:ea typeface="宋体"/>
              </a:defRPr>
            </a:lvl1pPr>
          </a:lstStyle>
          <a:p>
            <a:pPr indent="0" algn="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0EB2F78B-4B66-4C94-AB36-76A77C8A0446}" type="slidenum">
              <a:rPr lang="en-US" sz="1400" b="0" u="none" strike="noStrike">
                <a:solidFill>
                  <a:srgbClr val="000000"/>
                </a:solidFill>
                <a:effectLst/>
                <a:uFillTx/>
                <a:latin typeface="Times New Roman"/>
                <a:ea typeface="宋体"/>
              </a:rPr>
              <a:t>&lt;编号&gt;</a:t>
            </a:fld>
            <a:endParaRPr lang="en-US" sz="1400" b="0" u="none" strike="noStrike">
              <a:solidFill>
                <a:srgbClr val="000000"/>
              </a:solidFill>
              <a:effectLst/>
              <a:uFillTx/>
              <a:latin typeface="Times New Roman"/>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标题1">
    <p:bg>
      <p:bgPr>
        <a:solidFill>
          <a:srgbClr val="83C1C0"/>
        </a:solidFill>
      </p:bgPr>
    </p:bg>
    <p:spTree>
      <p:nvGrpSpPr>
        <p:cNvPr id="1" name=""/>
        <p:cNvGrpSpPr/>
        <p:nvPr/>
      </p:nvGrpSpPr>
      <p:grpSpPr>
        <a:xfrm>
          <a:off x="0" y="0"/>
          <a:ext cx="0" cy="0"/>
          <a:chOff x="0" y="0"/>
          <a:chExt cx="0" cy="0"/>
        </a:xfrm>
      </p:grpSpPr>
      <p:grpSp>
        <p:nvGrpSpPr>
          <p:cNvPr id="56" name="Group 2"/>
          <p:cNvGrpSpPr/>
          <p:nvPr/>
        </p:nvGrpSpPr>
        <p:grpSpPr>
          <a:xfrm>
            <a:off x="0" y="0"/>
            <a:ext cx="8915400" cy="6858000"/>
            <a:chOff x="0" y="0"/>
            <a:chExt cx="8915400" cy="6858000"/>
          </a:xfrm>
        </p:grpSpPr>
        <p:grpSp>
          <p:nvGrpSpPr>
            <p:cNvPr id="57" name="Group 3"/>
            <p:cNvGrpSpPr/>
            <p:nvPr/>
          </p:nvGrpSpPr>
          <p:grpSpPr>
            <a:xfrm>
              <a:off x="0" y="0"/>
              <a:ext cx="380880" cy="6858000"/>
              <a:chOff x="0" y="0"/>
              <a:chExt cx="380880" cy="6858000"/>
            </a:xfrm>
          </p:grpSpPr>
          <p:sp>
            <p:nvSpPr>
              <p:cNvPr id="58" name="Rectangle 4"/>
              <p:cNvSpPr/>
              <p:nvPr/>
            </p:nvSpPr>
            <p:spPr>
              <a:xfrm>
                <a:off x="0" y="0"/>
                <a:ext cx="380880" cy="380880"/>
              </a:xfrm>
              <a:prstGeom prst="rect">
                <a:avLst/>
              </a:prstGeom>
              <a:solidFill>
                <a:srgbClr val="C0C0C0"/>
              </a:solidFill>
              <a:ln w="0">
                <a:noFill/>
              </a:ln>
            </p:spPr>
            <p:style>
              <a:lnRef idx="0"/>
              <a:fillRef idx="0"/>
              <a:effectRef idx="0"/>
              <a:fontRef idx="minor"/>
            </p:style>
            <p:txBody>
              <a:bodyPr wrap="none" lIns="90000" tIns="46800" rIns="90000" bIns="46800" anchor="ctr">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imes New Roman"/>
                </a:endParaRPr>
              </a:p>
            </p:txBody>
          </p:sp>
          <p:sp>
            <p:nvSpPr>
              <p:cNvPr id="59" name="Rectangle 5"/>
              <p:cNvSpPr/>
              <p:nvPr/>
            </p:nvSpPr>
            <p:spPr>
              <a:xfrm>
                <a:off x="0" y="380880"/>
                <a:ext cx="380880" cy="381240"/>
              </a:xfrm>
              <a:prstGeom prst="rect">
                <a:avLst/>
              </a:prstGeom>
              <a:blipFill rotWithShape="0">
                <a:blip r:embed="rId2"/>
                <a:srcRect/>
                <a:tile tx="0" ty="0" sx="100000" sy="100000" algn="ctr"/>
              </a:blipFill>
              <a:ln w="0">
                <a:noFill/>
              </a:ln>
            </p:spPr>
            <p:style>
              <a:lnRef idx="0"/>
              <a:fillRef idx="0"/>
              <a:effectRef idx="0"/>
              <a:fontRef idx="minor"/>
            </p:style>
            <p:txBody>
              <a:bodyPr wrap="none" lIns="90000" tIns="46800" rIns="90000" bIns="46800" anchor="ctr">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imes New Roman"/>
                </a:endParaRPr>
              </a:p>
            </p:txBody>
          </p:sp>
          <p:sp>
            <p:nvSpPr>
              <p:cNvPr id="60" name="Rectangle 6"/>
              <p:cNvSpPr/>
              <p:nvPr/>
            </p:nvSpPr>
            <p:spPr>
              <a:xfrm>
                <a:off x="0" y="762120"/>
                <a:ext cx="380880" cy="380880"/>
              </a:xfrm>
              <a:prstGeom prst="rect">
                <a:avLst/>
              </a:prstGeom>
              <a:solidFill>
                <a:srgbClr val="C0C0C0"/>
              </a:solidFill>
              <a:ln w="0">
                <a:noFill/>
              </a:ln>
            </p:spPr>
            <p:style>
              <a:lnRef idx="0"/>
              <a:fillRef idx="0"/>
              <a:effectRef idx="0"/>
              <a:fontRef idx="minor"/>
            </p:style>
            <p:txBody>
              <a:bodyPr wrap="none" lIns="90000" tIns="46800" rIns="90000" bIns="46800" anchor="ctr">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imes New Roman"/>
                </a:endParaRPr>
              </a:p>
            </p:txBody>
          </p:sp>
          <p:sp>
            <p:nvSpPr>
              <p:cNvPr id="61" name="Rectangle 7"/>
              <p:cNvSpPr/>
              <p:nvPr/>
            </p:nvSpPr>
            <p:spPr>
              <a:xfrm>
                <a:off x="0" y="1143000"/>
                <a:ext cx="380880" cy="380880"/>
              </a:xfrm>
              <a:prstGeom prst="rect">
                <a:avLst/>
              </a:prstGeom>
              <a:blipFill rotWithShape="0">
                <a:blip r:embed="rId3"/>
                <a:srcRect/>
                <a:tile tx="0" ty="0" sx="100000" sy="100000" algn="ctr"/>
              </a:blipFill>
              <a:ln w="0">
                <a:noFill/>
              </a:ln>
            </p:spPr>
            <p:style>
              <a:lnRef idx="0"/>
              <a:fillRef idx="0"/>
              <a:effectRef idx="0"/>
              <a:fontRef idx="minor"/>
            </p:style>
            <p:txBody>
              <a:bodyPr wrap="none" lIns="90000" tIns="46800" rIns="90000" bIns="46800" anchor="ctr">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imes New Roman"/>
                </a:endParaRPr>
              </a:p>
            </p:txBody>
          </p:sp>
          <p:sp>
            <p:nvSpPr>
              <p:cNvPr id="62" name="Rectangle 8"/>
              <p:cNvSpPr/>
              <p:nvPr/>
            </p:nvSpPr>
            <p:spPr>
              <a:xfrm>
                <a:off x="0" y="1523880"/>
                <a:ext cx="380880" cy="381240"/>
              </a:xfrm>
              <a:prstGeom prst="rect">
                <a:avLst/>
              </a:prstGeom>
              <a:solidFill>
                <a:srgbClr val="C0C0C0"/>
              </a:solidFill>
              <a:ln w="0">
                <a:noFill/>
              </a:ln>
            </p:spPr>
            <p:style>
              <a:lnRef idx="0"/>
              <a:fillRef idx="0"/>
              <a:effectRef idx="0"/>
              <a:fontRef idx="minor"/>
            </p:style>
            <p:txBody>
              <a:bodyPr wrap="none" lIns="90000" tIns="46800" rIns="90000" bIns="46800" anchor="ctr">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imes New Roman"/>
                </a:endParaRPr>
              </a:p>
            </p:txBody>
          </p:sp>
          <p:sp>
            <p:nvSpPr>
              <p:cNvPr id="63" name="Rectangle 9"/>
              <p:cNvSpPr/>
              <p:nvPr/>
            </p:nvSpPr>
            <p:spPr>
              <a:xfrm>
                <a:off x="0" y="1905120"/>
                <a:ext cx="380880" cy="380880"/>
              </a:xfrm>
              <a:prstGeom prst="rect">
                <a:avLst/>
              </a:prstGeom>
              <a:blipFill rotWithShape="0">
                <a:blip r:embed="rId4"/>
                <a:srcRect/>
                <a:tile tx="0" ty="0" sx="100000" sy="100000" algn="ctr"/>
              </a:blipFill>
              <a:ln w="0">
                <a:noFill/>
              </a:ln>
            </p:spPr>
            <p:style>
              <a:lnRef idx="0"/>
              <a:fillRef idx="0"/>
              <a:effectRef idx="0"/>
              <a:fontRef idx="minor"/>
            </p:style>
            <p:txBody>
              <a:bodyPr wrap="none" lIns="90000" tIns="46800" rIns="90000" bIns="46800" anchor="ctr">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imes New Roman"/>
                </a:endParaRPr>
              </a:p>
            </p:txBody>
          </p:sp>
          <p:sp>
            <p:nvSpPr>
              <p:cNvPr id="64" name="Rectangle 10"/>
              <p:cNvSpPr/>
              <p:nvPr/>
            </p:nvSpPr>
            <p:spPr>
              <a:xfrm>
                <a:off x="0" y="2286000"/>
                <a:ext cx="380880" cy="380880"/>
              </a:xfrm>
              <a:prstGeom prst="rect">
                <a:avLst/>
              </a:prstGeom>
              <a:solidFill>
                <a:srgbClr val="C0C0C0"/>
              </a:solidFill>
              <a:ln w="0">
                <a:noFill/>
              </a:ln>
            </p:spPr>
            <p:style>
              <a:lnRef idx="0"/>
              <a:fillRef idx="0"/>
              <a:effectRef idx="0"/>
              <a:fontRef idx="minor"/>
            </p:style>
            <p:txBody>
              <a:bodyPr wrap="none" lIns="90000" tIns="46800" rIns="90000" bIns="46800" anchor="ctr">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imes New Roman"/>
                </a:endParaRPr>
              </a:p>
            </p:txBody>
          </p:sp>
          <p:sp>
            <p:nvSpPr>
              <p:cNvPr id="65" name="Rectangle 11"/>
              <p:cNvSpPr/>
              <p:nvPr/>
            </p:nvSpPr>
            <p:spPr>
              <a:xfrm>
                <a:off x="0" y="2666880"/>
                <a:ext cx="380880" cy="381240"/>
              </a:xfrm>
              <a:prstGeom prst="rect">
                <a:avLst/>
              </a:prstGeom>
              <a:blipFill rotWithShape="0">
                <a:blip r:embed="rId5"/>
                <a:srcRect/>
                <a:tile tx="0" ty="0" sx="100000" sy="100000" algn="ctr"/>
              </a:blipFill>
              <a:ln w="0">
                <a:noFill/>
              </a:ln>
            </p:spPr>
            <p:style>
              <a:lnRef idx="0"/>
              <a:fillRef idx="0"/>
              <a:effectRef idx="0"/>
              <a:fontRef idx="minor"/>
            </p:style>
            <p:txBody>
              <a:bodyPr wrap="none" lIns="90000" tIns="46800" rIns="90000" bIns="46800" anchor="ctr">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imes New Roman"/>
                </a:endParaRPr>
              </a:p>
            </p:txBody>
          </p:sp>
          <p:sp>
            <p:nvSpPr>
              <p:cNvPr id="66" name="Rectangle 12"/>
              <p:cNvSpPr/>
              <p:nvPr/>
            </p:nvSpPr>
            <p:spPr>
              <a:xfrm>
                <a:off x="0" y="3048120"/>
                <a:ext cx="380880" cy="380880"/>
              </a:xfrm>
              <a:prstGeom prst="rect">
                <a:avLst/>
              </a:prstGeom>
              <a:solidFill>
                <a:srgbClr val="C0C0C0"/>
              </a:solidFill>
              <a:ln w="0">
                <a:noFill/>
              </a:ln>
            </p:spPr>
            <p:style>
              <a:lnRef idx="0"/>
              <a:fillRef idx="0"/>
              <a:effectRef idx="0"/>
              <a:fontRef idx="minor"/>
            </p:style>
            <p:txBody>
              <a:bodyPr wrap="none" lIns="90000" tIns="46800" rIns="90000" bIns="46800" anchor="ctr">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imes New Roman"/>
                </a:endParaRPr>
              </a:p>
            </p:txBody>
          </p:sp>
          <p:sp>
            <p:nvSpPr>
              <p:cNvPr id="67" name="Rectangle 13"/>
              <p:cNvSpPr/>
              <p:nvPr/>
            </p:nvSpPr>
            <p:spPr>
              <a:xfrm>
                <a:off x="0" y="3429000"/>
                <a:ext cx="380880" cy="380880"/>
              </a:xfrm>
              <a:prstGeom prst="rect">
                <a:avLst/>
              </a:prstGeom>
              <a:blipFill rotWithShape="0">
                <a:blip r:embed="rId6"/>
                <a:srcRect/>
                <a:tile tx="0" ty="0" sx="100000" sy="100000" algn="ctr"/>
              </a:blipFill>
              <a:ln w="0">
                <a:noFill/>
              </a:ln>
            </p:spPr>
            <p:style>
              <a:lnRef idx="0"/>
              <a:fillRef idx="0"/>
              <a:effectRef idx="0"/>
              <a:fontRef idx="minor"/>
            </p:style>
            <p:txBody>
              <a:bodyPr wrap="none" lIns="90000" tIns="46800" rIns="90000" bIns="46800" anchor="ctr">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imes New Roman"/>
                </a:endParaRPr>
              </a:p>
            </p:txBody>
          </p:sp>
          <p:sp>
            <p:nvSpPr>
              <p:cNvPr id="68" name="Rectangle 14"/>
              <p:cNvSpPr/>
              <p:nvPr/>
            </p:nvSpPr>
            <p:spPr>
              <a:xfrm>
                <a:off x="0" y="3809880"/>
                <a:ext cx="380880" cy="381240"/>
              </a:xfrm>
              <a:prstGeom prst="rect">
                <a:avLst/>
              </a:prstGeom>
              <a:solidFill>
                <a:srgbClr val="C0C0C0"/>
              </a:solidFill>
              <a:ln w="0">
                <a:noFill/>
              </a:ln>
            </p:spPr>
            <p:style>
              <a:lnRef idx="0"/>
              <a:fillRef idx="0"/>
              <a:effectRef idx="0"/>
              <a:fontRef idx="minor"/>
            </p:style>
            <p:txBody>
              <a:bodyPr wrap="none" lIns="90000" tIns="46800" rIns="90000" bIns="46800" anchor="ctr">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imes New Roman"/>
                </a:endParaRPr>
              </a:p>
            </p:txBody>
          </p:sp>
          <p:sp>
            <p:nvSpPr>
              <p:cNvPr id="69" name="Rectangle 15"/>
              <p:cNvSpPr/>
              <p:nvPr/>
            </p:nvSpPr>
            <p:spPr>
              <a:xfrm>
                <a:off x="0" y="4191120"/>
                <a:ext cx="380880" cy="380880"/>
              </a:xfrm>
              <a:prstGeom prst="rect">
                <a:avLst/>
              </a:prstGeom>
              <a:blipFill rotWithShape="0">
                <a:blip r:embed="rId7"/>
                <a:srcRect/>
                <a:tile tx="0" ty="0" sx="100000" sy="100000" algn="ctr"/>
              </a:blipFill>
              <a:ln w="0">
                <a:noFill/>
              </a:ln>
            </p:spPr>
            <p:style>
              <a:lnRef idx="0"/>
              <a:fillRef idx="0"/>
              <a:effectRef idx="0"/>
              <a:fontRef idx="minor"/>
            </p:style>
            <p:txBody>
              <a:bodyPr wrap="none" lIns="90000" tIns="46800" rIns="90000" bIns="46800" anchor="ctr">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imes New Roman"/>
                </a:endParaRPr>
              </a:p>
            </p:txBody>
          </p:sp>
          <p:sp>
            <p:nvSpPr>
              <p:cNvPr id="70" name="Rectangle 16"/>
              <p:cNvSpPr/>
              <p:nvPr/>
            </p:nvSpPr>
            <p:spPr>
              <a:xfrm>
                <a:off x="0" y="4572000"/>
                <a:ext cx="380880" cy="380880"/>
              </a:xfrm>
              <a:prstGeom prst="rect">
                <a:avLst/>
              </a:prstGeom>
              <a:solidFill>
                <a:srgbClr val="C0C0C0"/>
              </a:solidFill>
              <a:ln w="0">
                <a:noFill/>
              </a:ln>
            </p:spPr>
            <p:style>
              <a:lnRef idx="0"/>
              <a:fillRef idx="0"/>
              <a:effectRef idx="0"/>
              <a:fontRef idx="minor"/>
            </p:style>
            <p:txBody>
              <a:bodyPr wrap="none" lIns="90000" tIns="46800" rIns="90000" bIns="46800" anchor="ctr">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imes New Roman"/>
                </a:endParaRPr>
              </a:p>
            </p:txBody>
          </p:sp>
          <p:sp>
            <p:nvSpPr>
              <p:cNvPr id="71" name="Rectangle 17"/>
              <p:cNvSpPr/>
              <p:nvPr/>
            </p:nvSpPr>
            <p:spPr>
              <a:xfrm>
                <a:off x="0" y="4952880"/>
                <a:ext cx="380880" cy="381240"/>
              </a:xfrm>
              <a:prstGeom prst="rect">
                <a:avLst/>
              </a:prstGeom>
              <a:blipFill rotWithShape="0">
                <a:blip r:embed="rId8"/>
                <a:srcRect/>
                <a:tile tx="0" ty="0" sx="100000" sy="100000" algn="ctr"/>
              </a:blipFill>
              <a:ln w="0">
                <a:noFill/>
              </a:ln>
            </p:spPr>
            <p:style>
              <a:lnRef idx="0"/>
              <a:fillRef idx="0"/>
              <a:effectRef idx="0"/>
              <a:fontRef idx="minor"/>
            </p:style>
            <p:txBody>
              <a:bodyPr wrap="none" lIns="90000" tIns="46800" rIns="90000" bIns="46800" anchor="ctr">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imes New Roman"/>
                </a:endParaRPr>
              </a:p>
            </p:txBody>
          </p:sp>
          <p:sp>
            <p:nvSpPr>
              <p:cNvPr id="72" name="Rectangle 18"/>
              <p:cNvSpPr/>
              <p:nvPr/>
            </p:nvSpPr>
            <p:spPr>
              <a:xfrm>
                <a:off x="0" y="5334120"/>
                <a:ext cx="380880" cy="380880"/>
              </a:xfrm>
              <a:prstGeom prst="rect">
                <a:avLst/>
              </a:prstGeom>
              <a:solidFill>
                <a:srgbClr val="C0C0C0"/>
              </a:solidFill>
              <a:ln w="0">
                <a:noFill/>
              </a:ln>
            </p:spPr>
            <p:style>
              <a:lnRef idx="0"/>
              <a:fillRef idx="0"/>
              <a:effectRef idx="0"/>
              <a:fontRef idx="minor"/>
            </p:style>
            <p:txBody>
              <a:bodyPr wrap="none" lIns="90000" tIns="46800" rIns="90000" bIns="46800" anchor="ctr">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imes New Roman"/>
                </a:endParaRPr>
              </a:p>
            </p:txBody>
          </p:sp>
          <p:sp>
            <p:nvSpPr>
              <p:cNvPr id="73" name="Rectangle 19"/>
              <p:cNvSpPr/>
              <p:nvPr/>
            </p:nvSpPr>
            <p:spPr>
              <a:xfrm>
                <a:off x="0" y="5715000"/>
                <a:ext cx="380880" cy="380880"/>
              </a:xfrm>
              <a:prstGeom prst="rect">
                <a:avLst/>
              </a:prstGeom>
              <a:blipFill rotWithShape="0">
                <a:blip r:embed="rId9"/>
                <a:srcRect/>
                <a:tile tx="0" ty="0" sx="100000" sy="100000" algn="ctr"/>
              </a:blipFill>
              <a:ln w="0">
                <a:noFill/>
              </a:ln>
            </p:spPr>
            <p:style>
              <a:lnRef idx="0"/>
              <a:fillRef idx="0"/>
              <a:effectRef idx="0"/>
              <a:fontRef idx="minor"/>
            </p:style>
            <p:txBody>
              <a:bodyPr wrap="none" lIns="90000" tIns="46800" rIns="90000" bIns="46800" anchor="ctr">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imes New Roman"/>
                </a:endParaRPr>
              </a:p>
            </p:txBody>
          </p:sp>
          <p:sp>
            <p:nvSpPr>
              <p:cNvPr id="74" name="Rectangle 20"/>
              <p:cNvSpPr/>
              <p:nvPr/>
            </p:nvSpPr>
            <p:spPr>
              <a:xfrm>
                <a:off x="0" y="6095880"/>
                <a:ext cx="380880" cy="381240"/>
              </a:xfrm>
              <a:prstGeom prst="rect">
                <a:avLst/>
              </a:prstGeom>
              <a:solidFill>
                <a:srgbClr val="C0C0C0"/>
              </a:solidFill>
              <a:ln w="0">
                <a:noFill/>
              </a:ln>
            </p:spPr>
            <p:style>
              <a:lnRef idx="0"/>
              <a:fillRef idx="0"/>
              <a:effectRef idx="0"/>
              <a:fontRef idx="minor"/>
            </p:style>
            <p:txBody>
              <a:bodyPr wrap="none" lIns="90000" tIns="46800" rIns="90000" bIns="46800" anchor="ctr">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imes New Roman"/>
                </a:endParaRPr>
              </a:p>
            </p:txBody>
          </p:sp>
          <p:sp>
            <p:nvSpPr>
              <p:cNvPr id="75" name="Rectangle 21"/>
              <p:cNvSpPr/>
              <p:nvPr/>
            </p:nvSpPr>
            <p:spPr>
              <a:xfrm>
                <a:off x="0" y="6477120"/>
                <a:ext cx="380880" cy="380880"/>
              </a:xfrm>
              <a:prstGeom prst="rect">
                <a:avLst/>
              </a:prstGeom>
              <a:blipFill rotWithShape="0">
                <a:blip r:embed="rId10"/>
                <a:srcRect/>
                <a:tile tx="0" ty="0" sx="100000" sy="100000" algn="ctr"/>
              </a:blipFill>
              <a:ln w="0">
                <a:noFill/>
              </a:ln>
            </p:spPr>
            <p:style>
              <a:lnRef idx="0"/>
              <a:fillRef idx="0"/>
              <a:effectRef idx="0"/>
              <a:fontRef idx="minor"/>
            </p:style>
            <p:txBody>
              <a:bodyPr wrap="none" lIns="90000" tIns="46800" rIns="90000" bIns="46800" anchor="ctr">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imes New Roman"/>
                </a:endParaRPr>
              </a:p>
            </p:txBody>
          </p:sp>
        </p:grpSp>
        <p:sp>
          <p:nvSpPr>
            <p:cNvPr id="76" name="Rectangle 22"/>
            <p:cNvSpPr/>
            <p:nvPr/>
          </p:nvSpPr>
          <p:spPr>
            <a:xfrm>
              <a:off x="533520" y="1981080"/>
              <a:ext cx="8381880" cy="228600"/>
            </a:xfrm>
            <a:prstGeom prst="rect">
              <a:avLst/>
            </a:prstGeom>
            <a:blipFill rotWithShape="0">
              <a:blip r:embed="rId11"/>
              <a:srcRect/>
              <a:tile tx="0" ty="0" sx="100000" sy="100000" algn="ctr"/>
            </a:blipFill>
            <a:ln w="0">
              <a:noFill/>
            </a:ln>
          </p:spPr>
          <p:style>
            <a:lnRef idx="0"/>
            <a:fillRef idx="0"/>
            <a:effectRef idx="0"/>
            <a:fontRef idx="minor"/>
          </p:style>
          <p:txBody>
            <a:bodyPr wrap="none" lIns="90000" tIns="46800" rIns="90000" bIns="46800" anchor="ctr">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imes New Roman"/>
              </a:endParaRPr>
            </a:p>
          </p:txBody>
        </p:sp>
        <p:grpSp>
          <p:nvGrpSpPr>
            <p:cNvPr id="77" name="Group 23"/>
            <p:cNvGrpSpPr/>
            <p:nvPr/>
          </p:nvGrpSpPr>
          <p:grpSpPr>
            <a:xfrm>
              <a:off x="533520" y="1905120"/>
              <a:ext cx="8381880" cy="0"/>
              <a:chOff x="533520" y="1905120"/>
              <a:chExt cx="8381880" cy="0"/>
            </a:xfrm>
          </p:grpSpPr>
          <p:sp>
            <p:nvSpPr>
              <p:cNvPr id="78" name="Line 24"/>
              <p:cNvSpPr/>
              <p:nvPr/>
            </p:nvSpPr>
            <p:spPr>
              <a:xfrm>
                <a:off x="533520" y="1905120"/>
                <a:ext cx="380880" cy="0"/>
              </a:xfrm>
              <a:prstGeom prst="line">
                <a:avLst/>
              </a:prstGeom>
              <a:ln w="57240">
                <a:solidFill>
                  <a:srgbClr val="000000"/>
                </a:solidFill>
                <a:miter/>
              </a:ln>
            </p:spPr>
            <p:style>
              <a:lnRef idx="0"/>
              <a:fillRef idx="0"/>
              <a:effectRef idx="0"/>
              <a:fontRef idx="minor"/>
            </p:style>
            <p:txBody>
              <a:bodyPr lIns="90000" tIns="-46800" rIns="90000" bIns="-46800" anchor="ctr">
                <a:noAutofit/>
              </a:bodyPr>
              <a:p>
                <a:endParaRPr lang="en-US" sz="2400" b="0" u="none" strike="noStrike">
                  <a:solidFill>
                    <a:srgbClr val="000000"/>
                  </a:solidFill>
                  <a:effectLst/>
                  <a:uFillTx/>
                  <a:latin typeface="Times New Roman"/>
                </a:endParaRPr>
              </a:p>
            </p:txBody>
          </p:sp>
          <p:sp>
            <p:nvSpPr>
              <p:cNvPr id="79" name="Line 25"/>
              <p:cNvSpPr/>
              <p:nvPr/>
            </p:nvSpPr>
            <p:spPr>
              <a:xfrm>
                <a:off x="1295640" y="1905120"/>
                <a:ext cx="380880" cy="0"/>
              </a:xfrm>
              <a:prstGeom prst="line">
                <a:avLst/>
              </a:prstGeom>
              <a:ln w="57240">
                <a:solidFill>
                  <a:srgbClr val="000000"/>
                </a:solidFill>
                <a:miter/>
              </a:ln>
            </p:spPr>
            <p:style>
              <a:lnRef idx="0"/>
              <a:fillRef idx="0"/>
              <a:effectRef idx="0"/>
              <a:fontRef idx="minor"/>
            </p:style>
            <p:txBody>
              <a:bodyPr lIns="90000" tIns="-46800" rIns="90000" bIns="-46800" anchor="ctr">
                <a:noAutofit/>
              </a:bodyPr>
              <a:p>
                <a:endParaRPr lang="en-US" sz="2400" b="0" u="none" strike="noStrike">
                  <a:solidFill>
                    <a:srgbClr val="000000"/>
                  </a:solidFill>
                  <a:effectLst/>
                  <a:uFillTx/>
                  <a:latin typeface="Times New Roman"/>
                </a:endParaRPr>
              </a:p>
            </p:txBody>
          </p:sp>
          <p:sp>
            <p:nvSpPr>
              <p:cNvPr id="80" name="Line 26"/>
              <p:cNvSpPr/>
              <p:nvPr/>
            </p:nvSpPr>
            <p:spPr>
              <a:xfrm>
                <a:off x="914400" y="1905120"/>
                <a:ext cx="381240" cy="0"/>
              </a:xfrm>
              <a:prstGeom prst="line">
                <a:avLst/>
              </a:prstGeom>
              <a:ln w="57240">
                <a:solidFill>
                  <a:srgbClr val="009999"/>
                </a:solidFill>
                <a:miter/>
              </a:ln>
            </p:spPr>
            <p:style>
              <a:lnRef idx="0"/>
              <a:fillRef idx="0"/>
              <a:effectRef idx="0"/>
              <a:fontRef idx="minor"/>
            </p:style>
            <p:txBody>
              <a:bodyPr lIns="90000" tIns="-46800" rIns="90000" bIns="-46800" anchor="ctr">
                <a:noAutofit/>
              </a:bodyPr>
              <a:p>
                <a:endParaRPr lang="en-US" sz="2400" b="0" u="none" strike="noStrike">
                  <a:solidFill>
                    <a:srgbClr val="000000"/>
                  </a:solidFill>
                  <a:effectLst/>
                  <a:uFillTx/>
                  <a:latin typeface="Times New Roman"/>
                </a:endParaRPr>
              </a:p>
            </p:txBody>
          </p:sp>
          <p:sp>
            <p:nvSpPr>
              <p:cNvPr id="81" name="Line 27"/>
              <p:cNvSpPr/>
              <p:nvPr/>
            </p:nvSpPr>
            <p:spPr>
              <a:xfrm>
                <a:off x="2057400" y="1905120"/>
                <a:ext cx="381240" cy="0"/>
              </a:xfrm>
              <a:prstGeom prst="line">
                <a:avLst/>
              </a:prstGeom>
              <a:ln w="57240">
                <a:solidFill>
                  <a:srgbClr val="000000"/>
                </a:solidFill>
                <a:miter/>
              </a:ln>
            </p:spPr>
            <p:style>
              <a:lnRef idx="0"/>
              <a:fillRef idx="0"/>
              <a:effectRef idx="0"/>
              <a:fontRef idx="minor"/>
            </p:style>
            <p:txBody>
              <a:bodyPr lIns="90000" tIns="-46800" rIns="90000" bIns="-46800" anchor="ctr">
                <a:noAutofit/>
              </a:bodyPr>
              <a:p>
                <a:endParaRPr lang="en-US" sz="2400" b="0" u="none" strike="noStrike">
                  <a:solidFill>
                    <a:srgbClr val="000000"/>
                  </a:solidFill>
                  <a:effectLst/>
                  <a:uFillTx/>
                  <a:latin typeface="Times New Roman"/>
                </a:endParaRPr>
              </a:p>
            </p:txBody>
          </p:sp>
          <p:sp>
            <p:nvSpPr>
              <p:cNvPr id="82" name="Line 28"/>
              <p:cNvSpPr/>
              <p:nvPr/>
            </p:nvSpPr>
            <p:spPr>
              <a:xfrm>
                <a:off x="1676520" y="1905120"/>
                <a:ext cx="380880" cy="0"/>
              </a:xfrm>
              <a:prstGeom prst="line">
                <a:avLst/>
              </a:prstGeom>
              <a:ln w="57240">
                <a:solidFill>
                  <a:srgbClr val="009999"/>
                </a:solidFill>
                <a:miter/>
              </a:ln>
            </p:spPr>
            <p:style>
              <a:lnRef idx="0"/>
              <a:fillRef idx="0"/>
              <a:effectRef idx="0"/>
              <a:fontRef idx="minor"/>
            </p:style>
            <p:txBody>
              <a:bodyPr lIns="90000" tIns="-46800" rIns="90000" bIns="-46800" anchor="ctr">
                <a:noAutofit/>
              </a:bodyPr>
              <a:p>
                <a:endParaRPr lang="en-US" sz="2400" b="0" u="none" strike="noStrike">
                  <a:solidFill>
                    <a:srgbClr val="000000"/>
                  </a:solidFill>
                  <a:effectLst/>
                  <a:uFillTx/>
                  <a:latin typeface="Times New Roman"/>
                </a:endParaRPr>
              </a:p>
            </p:txBody>
          </p:sp>
          <p:sp>
            <p:nvSpPr>
              <p:cNvPr id="83" name="Line 29"/>
              <p:cNvSpPr/>
              <p:nvPr/>
            </p:nvSpPr>
            <p:spPr>
              <a:xfrm>
                <a:off x="2819520" y="1905120"/>
                <a:ext cx="380880" cy="0"/>
              </a:xfrm>
              <a:prstGeom prst="line">
                <a:avLst/>
              </a:prstGeom>
              <a:ln w="57240">
                <a:solidFill>
                  <a:srgbClr val="000000"/>
                </a:solidFill>
                <a:miter/>
              </a:ln>
            </p:spPr>
            <p:style>
              <a:lnRef idx="0"/>
              <a:fillRef idx="0"/>
              <a:effectRef idx="0"/>
              <a:fontRef idx="minor"/>
            </p:style>
            <p:txBody>
              <a:bodyPr lIns="90000" tIns="-46800" rIns="90000" bIns="-46800" anchor="ctr">
                <a:noAutofit/>
              </a:bodyPr>
              <a:p>
                <a:endParaRPr lang="en-US" sz="2400" b="0" u="none" strike="noStrike">
                  <a:solidFill>
                    <a:srgbClr val="000000"/>
                  </a:solidFill>
                  <a:effectLst/>
                  <a:uFillTx/>
                  <a:latin typeface="Times New Roman"/>
                </a:endParaRPr>
              </a:p>
            </p:txBody>
          </p:sp>
          <p:sp>
            <p:nvSpPr>
              <p:cNvPr id="84" name="Line 30"/>
              <p:cNvSpPr/>
              <p:nvPr/>
            </p:nvSpPr>
            <p:spPr>
              <a:xfrm>
                <a:off x="2438640" y="1905120"/>
                <a:ext cx="380880" cy="0"/>
              </a:xfrm>
              <a:prstGeom prst="line">
                <a:avLst/>
              </a:prstGeom>
              <a:ln w="57240">
                <a:solidFill>
                  <a:srgbClr val="009999"/>
                </a:solidFill>
                <a:miter/>
              </a:ln>
            </p:spPr>
            <p:style>
              <a:lnRef idx="0"/>
              <a:fillRef idx="0"/>
              <a:effectRef idx="0"/>
              <a:fontRef idx="minor"/>
            </p:style>
            <p:txBody>
              <a:bodyPr lIns="90000" tIns="-46800" rIns="90000" bIns="-46800" anchor="ctr">
                <a:noAutofit/>
              </a:bodyPr>
              <a:p>
                <a:endParaRPr lang="en-US" sz="2400" b="0" u="none" strike="noStrike">
                  <a:solidFill>
                    <a:srgbClr val="000000"/>
                  </a:solidFill>
                  <a:effectLst/>
                  <a:uFillTx/>
                  <a:latin typeface="Times New Roman"/>
                </a:endParaRPr>
              </a:p>
            </p:txBody>
          </p:sp>
          <p:sp>
            <p:nvSpPr>
              <p:cNvPr id="85" name="Line 31"/>
              <p:cNvSpPr/>
              <p:nvPr/>
            </p:nvSpPr>
            <p:spPr>
              <a:xfrm>
                <a:off x="3581640" y="1905120"/>
                <a:ext cx="380880" cy="0"/>
              </a:xfrm>
              <a:prstGeom prst="line">
                <a:avLst/>
              </a:prstGeom>
              <a:ln w="57240">
                <a:solidFill>
                  <a:srgbClr val="000000"/>
                </a:solidFill>
                <a:miter/>
              </a:ln>
            </p:spPr>
            <p:style>
              <a:lnRef idx="0"/>
              <a:fillRef idx="0"/>
              <a:effectRef idx="0"/>
              <a:fontRef idx="minor"/>
            </p:style>
            <p:txBody>
              <a:bodyPr lIns="90000" tIns="-46800" rIns="90000" bIns="-46800" anchor="ctr">
                <a:noAutofit/>
              </a:bodyPr>
              <a:p>
                <a:endParaRPr lang="en-US" sz="2400" b="0" u="none" strike="noStrike">
                  <a:solidFill>
                    <a:srgbClr val="000000"/>
                  </a:solidFill>
                  <a:effectLst/>
                  <a:uFillTx/>
                  <a:latin typeface="Times New Roman"/>
                </a:endParaRPr>
              </a:p>
            </p:txBody>
          </p:sp>
          <p:sp>
            <p:nvSpPr>
              <p:cNvPr id="86" name="Line 32"/>
              <p:cNvSpPr/>
              <p:nvPr/>
            </p:nvSpPr>
            <p:spPr>
              <a:xfrm>
                <a:off x="3200400" y="1905120"/>
                <a:ext cx="381240" cy="0"/>
              </a:xfrm>
              <a:prstGeom prst="line">
                <a:avLst/>
              </a:prstGeom>
              <a:ln w="57240">
                <a:solidFill>
                  <a:srgbClr val="009999"/>
                </a:solidFill>
                <a:miter/>
              </a:ln>
            </p:spPr>
            <p:style>
              <a:lnRef idx="0"/>
              <a:fillRef idx="0"/>
              <a:effectRef idx="0"/>
              <a:fontRef idx="minor"/>
            </p:style>
            <p:txBody>
              <a:bodyPr lIns="90000" tIns="-46800" rIns="90000" bIns="-46800" anchor="ctr">
                <a:noAutofit/>
              </a:bodyPr>
              <a:p>
                <a:endParaRPr lang="en-US" sz="2400" b="0" u="none" strike="noStrike">
                  <a:solidFill>
                    <a:srgbClr val="000000"/>
                  </a:solidFill>
                  <a:effectLst/>
                  <a:uFillTx/>
                  <a:latin typeface="Times New Roman"/>
                </a:endParaRPr>
              </a:p>
            </p:txBody>
          </p:sp>
          <p:sp>
            <p:nvSpPr>
              <p:cNvPr id="87" name="Line 33"/>
              <p:cNvSpPr/>
              <p:nvPr/>
            </p:nvSpPr>
            <p:spPr>
              <a:xfrm>
                <a:off x="4343400" y="1905120"/>
                <a:ext cx="381240" cy="0"/>
              </a:xfrm>
              <a:prstGeom prst="line">
                <a:avLst/>
              </a:prstGeom>
              <a:ln w="57240">
                <a:solidFill>
                  <a:srgbClr val="000000"/>
                </a:solidFill>
                <a:miter/>
              </a:ln>
            </p:spPr>
            <p:style>
              <a:lnRef idx="0"/>
              <a:fillRef idx="0"/>
              <a:effectRef idx="0"/>
              <a:fontRef idx="minor"/>
            </p:style>
            <p:txBody>
              <a:bodyPr lIns="90000" tIns="-46800" rIns="90000" bIns="-46800" anchor="ctr">
                <a:noAutofit/>
              </a:bodyPr>
              <a:p>
                <a:endParaRPr lang="en-US" sz="2400" b="0" u="none" strike="noStrike">
                  <a:solidFill>
                    <a:srgbClr val="000000"/>
                  </a:solidFill>
                  <a:effectLst/>
                  <a:uFillTx/>
                  <a:latin typeface="Times New Roman"/>
                </a:endParaRPr>
              </a:p>
            </p:txBody>
          </p:sp>
          <p:sp>
            <p:nvSpPr>
              <p:cNvPr id="88" name="Line 34"/>
              <p:cNvSpPr/>
              <p:nvPr/>
            </p:nvSpPr>
            <p:spPr>
              <a:xfrm>
                <a:off x="3962520" y="1905120"/>
                <a:ext cx="380880" cy="0"/>
              </a:xfrm>
              <a:prstGeom prst="line">
                <a:avLst/>
              </a:prstGeom>
              <a:ln w="57240">
                <a:solidFill>
                  <a:srgbClr val="009999"/>
                </a:solidFill>
                <a:miter/>
              </a:ln>
            </p:spPr>
            <p:style>
              <a:lnRef idx="0"/>
              <a:fillRef idx="0"/>
              <a:effectRef idx="0"/>
              <a:fontRef idx="minor"/>
            </p:style>
            <p:txBody>
              <a:bodyPr lIns="90000" tIns="-46800" rIns="90000" bIns="-46800" anchor="ctr">
                <a:noAutofit/>
              </a:bodyPr>
              <a:p>
                <a:endParaRPr lang="en-US" sz="2400" b="0" u="none" strike="noStrike">
                  <a:solidFill>
                    <a:srgbClr val="000000"/>
                  </a:solidFill>
                  <a:effectLst/>
                  <a:uFillTx/>
                  <a:latin typeface="Times New Roman"/>
                </a:endParaRPr>
              </a:p>
            </p:txBody>
          </p:sp>
          <p:sp>
            <p:nvSpPr>
              <p:cNvPr id="89" name="Line 35"/>
              <p:cNvSpPr/>
              <p:nvPr/>
            </p:nvSpPr>
            <p:spPr>
              <a:xfrm>
                <a:off x="5105520" y="1905120"/>
                <a:ext cx="380880" cy="0"/>
              </a:xfrm>
              <a:prstGeom prst="line">
                <a:avLst/>
              </a:prstGeom>
              <a:ln w="57240">
                <a:solidFill>
                  <a:srgbClr val="000000"/>
                </a:solidFill>
                <a:miter/>
              </a:ln>
            </p:spPr>
            <p:style>
              <a:lnRef idx="0"/>
              <a:fillRef idx="0"/>
              <a:effectRef idx="0"/>
              <a:fontRef idx="minor"/>
            </p:style>
            <p:txBody>
              <a:bodyPr lIns="90000" tIns="-46800" rIns="90000" bIns="-46800" anchor="ctr">
                <a:noAutofit/>
              </a:bodyPr>
              <a:p>
                <a:endParaRPr lang="en-US" sz="2400" b="0" u="none" strike="noStrike">
                  <a:solidFill>
                    <a:srgbClr val="000000"/>
                  </a:solidFill>
                  <a:effectLst/>
                  <a:uFillTx/>
                  <a:latin typeface="Times New Roman"/>
                </a:endParaRPr>
              </a:p>
            </p:txBody>
          </p:sp>
          <p:sp>
            <p:nvSpPr>
              <p:cNvPr id="90" name="Line 36"/>
              <p:cNvSpPr/>
              <p:nvPr/>
            </p:nvSpPr>
            <p:spPr>
              <a:xfrm>
                <a:off x="4724640" y="1905120"/>
                <a:ext cx="380880" cy="0"/>
              </a:xfrm>
              <a:prstGeom prst="line">
                <a:avLst/>
              </a:prstGeom>
              <a:ln w="57240">
                <a:solidFill>
                  <a:srgbClr val="009999"/>
                </a:solidFill>
                <a:miter/>
              </a:ln>
            </p:spPr>
            <p:style>
              <a:lnRef idx="0"/>
              <a:fillRef idx="0"/>
              <a:effectRef idx="0"/>
              <a:fontRef idx="minor"/>
            </p:style>
            <p:txBody>
              <a:bodyPr lIns="90000" tIns="-46800" rIns="90000" bIns="-46800" anchor="ctr">
                <a:noAutofit/>
              </a:bodyPr>
              <a:p>
                <a:endParaRPr lang="en-US" sz="2400" b="0" u="none" strike="noStrike">
                  <a:solidFill>
                    <a:srgbClr val="000000"/>
                  </a:solidFill>
                  <a:effectLst/>
                  <a:uFillTx/>
                  <a:latin typeface="Times New Roman"/>
                </a:endParaRPr>
              </a:p>
            </p:txBody>
          </p:sp>
          <p:sp>
            <p:nvSpPr>
              <p:cNvPr id="91" name="Line 37"/>
              <p:cNvSpPr/>
              <p:nvPr/>
            </p:nvSpPr>
            <p:spPr>
              <a:xfrm>
                <a:off x="5867640" y="1905120"/>
                <a:ext cx="380880" cy="0"/>
              </a:xfrm>
              <a:prstGeom prst="line">
                <a:avLst/>
              </a:prstGeom>
              <a:ln w="57240">
                <a:solidFill>
                  <a:srgbClr val="000000"/>
                </a:solidFill>
                <a:miter/>
              </a:ln>
            </p:spPr>
            <p:style>
              <a:lnRef idx="0"/>
              <a:fillRef idx="0"/>
              <a:effectRef idx="0"/>
              <a:fontRef idx="minor"/>
            </p:style>
            <p:txBody>
              <a:bodyPr lIns="90000" tIns="-46800" rIns="90000" bIns="-46800" anchor="ctr">
                <a:noAutofit/>
              </a:bodyPr>
              <a:p>
                <a:endParaRPr lang="en-US" sz="2400" b="0" u="none" strike="noStrike">
                  <a:solidFill>
                    <a:srgbClr val="000000"/>
                  </a:solidFill>
                  <a:effectLst/>
                  <a:uFillTx/>
                  <a:latin typeface="Times New Roman"/>
                </a:endParaRPr>
              </a:p>
            </p:txBody>
          </p:sp>
          <p:sp>
            <p:nvSpPr>
              <p:cNvPr id="92" name="Line 38"/>
              <p:cNvSpPr/>
              <p:nvPr/>
            </p:nvSpPr>
            <p:spPr>
              <a:xfrm>
                <a:off x="5486400" y="1905120"/>
                <a:ext cx="381240" cy="0"/>
              </a:xfrm>
              <a:prstGeom prst="line">
                <a:avLst/>
              </a:prstGeom>
              <a:ln w="57240">
                <a:solidFill>
                  <a:srgbClr val="009999"/>
                </a:solidFill>
                <a:miter/>
              </a:ln>
            </p:spPr>
            <p:style>
              <a:lnRef idx="0"/>
              <a:fillRef idx="0"/>
              <a:effectRef idx="0"/>
              <a:fontRef idx="minor"/>
            </p:style>
            <p:txBody>
              <a:bodyPr lIns="90000" tIns="-46800" rIns="90000" bIns="-46800" anchor="ctr">
                <a:noAutofit/>
              </a:bodyPr>
              <a:p>
                <a:endParaRPr lang="en-US" sz="2400" b="0" u="none" strike="noStrike">
                  <a:solidFill>
                    <a:srgbClr val="000000"/>
                  </a:solidFill>
                  <a:effectLst/>
                  <a:uFillTx/>
                  <a:latin typeface="Times New Roman"/>
                </a:endParaRPr>
              </a:p>
            </p:txBody>
          </p:sp>
          <p:sp>
            <p:nvSpPr>
              <p:cNvPr id="93" name="Line 39"/>
              <p:cNvSpPr/>
              <p:nvPr/>
            </p:nvSpPr>
            <p:spPr>
              <a:xfrm>
                <a:off x="6629400" y="1905120"/>
                <a:ext cx="381240" cy="0"/>
              </a:xfrm>
              <a:prstGeom prst="line">
                <a:avLst/>
              </a:prstGeom>
              <a:ln w="57240">
                <a:solidFill>
                  <a:srgbClr val="000000"/>
                </a:solidFill>
                <a:miter/>
              </a:ln>
            </p:spPr>
            <p:style>
              <a:lnRef idx="0"/>
              <a:fillRef idx="0"/>
              <a:effectRef idx="0"/>
              <a:fontRef idx="minor"/>
            </p:style>
            <p:txBody>
              <a:bodyPr lIns="90000" tIns="-46800" rIns="90000" bIns="-46800" anchor="ctr">
                <a:noAutofit/>
              </a:bodyPr>
              <a:p>
                <a:endParaRPr lang="en-US" sz="2400" b="0" u="none" strike="noStrike">
                  <a:solidFill>
                    <a:srgbClr val="000000"/>
                  </a:solidFill>
                  <a:effectLst/>
                  <a:uFillTx/>
                  <a:latin typeface="Times New Roman"/>
                </a:endParaRPr>
              </a:p>
            </p:txBody>
          </p:sp>
          <p:sp>
            <p:nvSpPr>
              <p:cNvPr id="94" name="Line 40"/>
              <p:cNvSpPr/>
              <p:nvPr/>
            </p:nvSpPr>
            <p:spPr>
              <a:xfrm>
                <a:off x="6248520" y="1905120"/>
                <a:ext cx="380880" cy="0"/>
              </a:xfrm>
              <a:prstGeom prst="line">
                <a:avLst/>
              </a:prstGeom>
              <a:ln w="57240">
                <a:solidFill>
                  <a:srgbClr val="009999"/>
                </a:solidFill>
                <a:miter/>
              </a:ln>
            </p:spPr>
            <p:style>
              <a:lnRef idx="0"/>
              <a:fillRef idx="0"/>
              <a:effectRef idx="0"/>
              <a:fontRef idx="minor"/>
            </p:style>
            <p:txBody>
              <a:bodyPr lIns="90000" tIns="-46800" rIns="90000" bIns="-46800" anchor="ctr">
                <a:noAutofit/>
              </a:bodyPr>
              <a:p>
                <a:endParaRPr lang="en-US" sz="2400" b="0" u="none" strike="noStrike">
                  <a:solidFill>
                    <a:srgbClr val="000000"/>
                  </a:solidFill>
                  <a:effectLst/>
                  <a:uFillTx/>
                  <a:latin typeface="Times New Roman"/>
                </a:endParaRPr>
              </a:p>
            </p:txBody>
          </p:sp>
          <p:sp>
            <p:nvSpPr>
              <p:cNvPr id="95" name="Line 41"/>
              <p:cNvSpPr/>
              <p:nvPr/>
            </p:nvSpPr>
            <p:spPr>
              <a:xfrm>
                <a:off x="7391520" y="1905120"/>
                <a:ext cx="380880" cy="0"/>
              </a:xfrm>
              <a:prstGeom prst="line">
                <a:avLst/>
              </a:prstGeom>
              <a:ln w="57240">
                <a:solidFill>
                  <a:srgbClr val="000000"/>
                </a:solidFill>
                <a:miter/>
              </a:ln>
            </p:spPr>
            <p:style>
              <a:lnRef idx="0"/>
              <a:fillRef idx="0"/>
              <a:effectRef idx="0"/>
              <a:fontRef idx="minor"/>
            </p:style>
            <p:txBody>
              <a:bodyPr lIns="90000" tIns="-46800" rIns="90000" bIns="-46800" anchor="ctr">
                <a:noAutofit/>
              </a:bodyPr>
              <a:p>
                <a:endParaRPr lang="en-US" sz="2400" b="0" u="none" strike="noStrike">
                  <a:solidFill>
                    <a:srgbClr val="000000"/>
                  </a:solidFill>
                  <a:effectLst/>
                  <a:uFillTx/>
                  <a:latin typeface="Times New Roman"/>
                </a:endParaRPr>
              </a:p>
            </p:txBody>
          </p:sp>
          <p:sp>
            <p:nvSpPr>
              <p:cNvPr id="96" name="Line 42"/>
              <p:cNvSpPr/>
              <p:nvPr/>
            </p:nvSpPr>
            <p:spPr>
              <a:xfrm>
                <a:off x="7010640" y="1905120"/>
                <a:ext cx="380880" cy="0"/>
              </a:xfrm>
              <a:prstGeom prst="line">
                <a:avLst/>
              </a:prstGeom>
              <a:ln w="57240">
                <a:solidFill>
                  <a:srgbClr val="009999"/>
                </a:solidFill>
                <a:miter/>
              </a:ln>
            </p:spPr>
            <p:style>
              <a:lnRef idx="0"/>
              <a:fillRef idx="0"/>
              <a:effectRef idx="0"/>
              <a:fontRef idx="minor"/>
            </p:style>
            <p:txBody>
              <a:bodyPr lIns="90000" tIns="-46800" rIns="90000" bIns="-46800" anchor="ctr">
                <a:noAutofit/>
              </a:bodyPr>
              <a:p>
                <a:endParaRPr lang="en-US" sz="2400" b="0" u="none" strike="noStrike">
                  <a:solidFill>
                    <a:srgbClr val="000000"/>
                  </a:solidFill>
                  <a:effectLst/>
                  <a:uFillTx/>
                  <a:latin typeface="Times New Roman"/>
                </a:endParaRPr>
              </a:p>
            </p:txBody>
          </p:sp>
          <p:sp>
            <p:nvSpPr>
              <p:cNvPr id="97" name="Line 43"/>
              <p:cNvSpPr/>
              <p:nvPr/>
            </p:nvSpPr>
            <p:spPr>
              <a:xfrm>
                <a:off x="8153640" y="1905120"/>
                <a:ext cx="380880" cy="0"/>
              </a:xfrm>
              <a:prstGeom prst="line">
                <a:avLst/>
              </a:prstGeom>
              <a:ln w="57240">
                <a:solidFill>
                  <a:srgbClr val="000000"/>
                </a:solidFill>
                <a:miter/>
              </a:ln>
            </p:spPr>
            <p:style>
              <a:lnRef idx="0"/>
              <a:fillRef idx="0"/>
              <a:effectRef idx="0"/>
              <a:fontRef idx="minor"/>
            </p:style>
            <p:txBody>
              <a:bodyPr lIns="90000" tIns="-46800" rIns="90000" bIns="-46800" anchor="ctr">
                <a:noAutofit/>
              </a:bodyPr>
              <a:p>
                <a:endParaRPr lang="en-US" sz="2400" b="0" u="none" strike="noStrike">
                  <a:solidFill>
                    <a:srgbClr val="000000"/>
                  </a:solidFill>
                  <a:effectLst/>
                  <a:uFillTx/>
                  <a:latin typeface="Times New Roman"/>
                </a:endParaRPr>
              </a:p>
            </p:txBody>
          </p:sp>
          <p:sp>
            <p:nvSpPr>
              <p:cNvPr id="98" name="Line 44"/>
              <p:cNvSpPr/>
              <p:nvPr/>
            </p:nvSpPr>
            <p:spPr>
              <a:xfrm>
                <a:off x="7772400" y="1905120"/>
                <a:ext cx="381240" cy="0"/>
              </a:xfrm>
              <a:prstGeom prst="line">
                <a:avLst/>
              </a:prstGeom>
              <a:ln w="57240">
                <a:solidFill>
                  <a:srgbClr val="009999"/>
                </a:solidFill>
                <a:miter/>
              </a:ln>
            </p:spPr>
            <p:style>
              <a:lnRef idx="0"/>
              <a:fillRef idx="0"/>
              <a:effectRef idx="0"/>
              <a:fontRef idx="minor"/>
            </p:style>
            <p:txBody>
              <a:bodyPr lIns="90000" tIns="-46800" rIns="90000" bIns="-46800" anchor="ctr">
                <a:noAutofit/>
              </a:bodyPr>
              <a:p>
                <a:endParaRPr lang="en-US" sz="2400" b="0" u="none" strike="noStrike">
                  <a:solidFill>
                    <a:srgbClr val="000000"/>
                  </a:solidFill>
                  <a:effectLst/>
                  <a:uFillTx/>
                  <a:latin typeface="Times New Roman"/>
                </a:endParaRPr>
              </a:p>
            </p:txBody>
          </p:sp>
          <p:sp>
            <p:nvSpPr>
              <p:cNvPr id="99" name="Line 45"/>
              <p:cNvSpPr/>
              <p:nvPr/>
            </p:nvSpPr>
            <p:spPr>
              <a:xfrm>
                <a:off x="8534520" y="1905120"/>
                <a:ext cx="380880" cy="0"/>
              </a:xfrm>
              <a:prstGeom prst="line">
                <a:avLst/>
              </a:prstGeom>
              <a:ln w="57240">
                <a:solidFill>
                  <a:srgbClr val="009999"/>
                </a:solidFill>
                <a:miter/>
              </a:ln>
            </p:spPr>
            <p:style>
              <a:lnRef idx="0"/>
              <a:fillRef idx="0"/>
              <a:effectRef idx="0"/>
              <a:fontRef idx="minor"/>
            </p:style>
            <p:txBody>
              <a:bodyPr lIns="90000" tIns="-46800" rIns="90000" bIns="-46800" anchor="ctr">
                <a:noAutofit/>
              </a:bodyPr>
              <a:p>
                <a:endParaRPr lang="en-US" sz="2400" b="0" u="none" strike="noStrike">
                  <a:solidFill>
                    <a:srgbClr val="000000"/>
                  </a:solidFill>
                  <a:effectLst/>
                  <a:uFillTx/>
                  <a:latin typeface="Times New Roman"/>
                </a:endParaRPr>
              </a:p>
            </p:txBody>
          </p:sp>
        </p:grpSp>
        <p:grpSp>
          <p:nvGrpSpPr>
            <p:cNvPr id="100" name="Group 46"/>
            <p:cNvGrpSpPr/>
            <p:nvPr/>
          </p:nvGrpSpPr>
          <p:grpSpPr>
            <a:xfrm>
              <a:off x="685800" y="2743200"/>
              <a:ext cx="304920" cy="304920"/>
              <a:chOff x="685800" y="2743200"/>
              <a:chExt cx="304920" cy="304920"/>
            </a:xfrm>
          </p:grpSpPr>
          <p:sp>
            <p:nvSpPr>
              <p:cNvPr id="101" name="Rectangle 47"/>
              <p:cNvSpPr/>
              <p:nvPr/>
            </p:nvSpPr>
            <p:spPr>
              <a:xfrm>
                <a:off x="685800" y="2743200"/>
                <a:ext cx="152280" cy="152280"/>
              </a:xfrm>
              <a:prstGeom prst="rect">
                <a:avLst/>
              </a:prstGeom>
              <a:solidFill>
                <a:srgbClr val="FFFFFF"/>
              </a:solidFill>
              <a:ln w="0">
                <a:noFill/>
              </a:ln>
            </p:spPr>
            <p:style>
              <a:lnRef idx="0"/>
              <a:fillRef idx="0"/>
              <a:effectRef idx="0"/>
              <a:fontRef idx="minor"/>
            </p:style>
            <p:txBody>
              <a:bodyPr wrap="none" lIns="90000" tIns="46800" rIns="90000" bIns="46800" anchor="ctr">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imes New Roman"/>
                </a:endParaRPr>
              </a:p>
            </p:txBody>
          </p:sp>
          <p:sp>
            <p:nvSpPr>
              <p:cNvPr id="102" name="Rectangle 48"/>
              <p:cNvSpPr/>
              <p:nvPr/>
            </p:nvSpPr>
            <p:spPr>
              <a:xfrm>
                <a:off x="838080" y="2895480"/>
                <a:ext cx="152640" cy="152640"/>
              </a:xfrm>
              <a:prstGeom prst="rect">
                <a:avLst/>
              </a:prstGeom>
              <a:solidFill>
                <a:srgbClr val="FFFFFF"/>
              </a:solidFill>
              <a:ln w="0">
                <a:noFill/>
              </a:ln>
            </p:spPr>
            <p:style>
              <a:lnRef idx="0"/>
              <a:fillRef idx="0"/>
              <a:effectRef idx="0"/>
              <a:fontRef idx="minor"/>
            </p:style>
            <p:txBody>
              <a:bodyPr wrap="none" lIns="90000" tIns="46800" rIns="90000" bIns="46800" anchor="ctr">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imes New Roman"/>
                </a:endParaRPr>
              </a:p>
            </p:txBody>
          </p:sp>
          <p:sp>
            <p:nvSpPr>
              <p:cNvPr id="103" name="Rectangle 49"/>
              <p:cNvSpPr/>
              <p:nvPr/>
            </p:nvSpPr>
            <p:spPr>
              <a:xfrm>
                <a:off x="838080" y="2743200"/>
                <a:ext cx="152640" cy="152280"/>
              </a:xfrm>
              <a:prstGeom prst="rect">
                <a:avLst/>
              </a:prstGeom>
              <a:solidFill>
                <a:srgbClr val="000000"/>
              </a:solidFill>
              <a:ln w="0">
                <a:noFill/>
              </a:ln>
            </p:spPr>
            <p:style>
              <a:lnRef idx="0"/>
              <a:fillRef idx="0"/>
              <a:effectRef idx="0"/>
              <a:fontRef idx="minor"/>
            </p:style>
            <p:txBody>
              <a:bodyPr wrap="none" lIns="90000" tIns="46800" rIns="90000" bIns="46800" anchor="ctr">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imes New Roman"/>
                </a:endParaRPr>
              </a:p>
            </p:txBody>
          </p:sp>
          <p:sp>
            <p:nvSpPr>
              <p:cNvPr id="104" name="Rectangle 50"/>
              <p:cNvSpPr/>
              <p:nvPr/>
            </p:nvSpPr>
            <p:spPr>
              <a:xfrm>
                <a:off x="685800" y="2895480"/>
                <a:ext cx="152280" cy="152640"/>
              </a:xfrm>
              <a:prstGeom prst="rect">
                <a:avLst/>
              </a:prstGeom>
              <a:solidFill>
                <a:srgbClr val="000000"/>
              </a:solidFill>
              <a:ln w="0">
                <a:noFill/>
              </a:ln>
            </p:spPr>
            <p:style>
              <a:lnRef idx="0"/>
              <a:fillRef idx="0"/>
              <a:effectRef idx="0"/>
              <a:fontRef idx="minor"/>
            </p:style>
            <p:txBody>
              <a:bodyPr wrap="none" lIns="90000" tIns="46800" rIns="90000" bIns="46800" anchor="ctr">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imes New Roman"/>
                </a:endParaRPr>
              </a:p>
            </p:txBody>
          </p:sp>
        </p:grpSp>
        <p:grpSp>
          <p:nvGrpSpPr>
            <p:cNvPr id="105" name="Group 51"/>
            <p:cNvGrpSpPr/>
            <p:nvPr/>
          </p:nvGrpSpPr>
          <p:grpSpPr>
            <a:xfrm>
              <a:off x="533520" y="3809880"/>
              <a:ext cx="8381880" cy="0"/>
              <a:chOff x="533520" y="3809880"/>
              <a:chExt cx="8381880" cy="0"/>
            </a:xfrm>
          </p:grpSpPr>
          <p:sp>
            <p:nvSpPr>
              <p:cNvPr id="106" name="Line 52"/>
              <p:cNvSpPr/>
              <p:nvPr/>
            </p:nvSpPr>
            <p:spPr>
              <a:xfrm>
                <a:off x="533520" y="3809880"/>
                <a:ext cx="380880" cy="0"/>
              </a:xfrm>
              <a:prstGeom prst="line">
                <a:avLst/>
              </a:prstGeom>
              <a:ln w="57240">
                <a:solidFill>
                  <a:srgbClr val="000000"/>
                </a:solidFill>
                <a:miter/>
              </a:ln>
            </p:spPr>
            <p:style>
              <a:lnRef idx="0"/>
              <a:fillRef idx="0"/>
              <a:effectRef idx="0"/>
              <a:fontRef idx="minor"/>
            </p:style>
            <p:txBody>
              <a:bodyPr lIns="90000" tIns="-46800" rIns="90000" bIns="-46800" anchor="ctr">
                <a:noAutofit/>
              </a:bodyPr>
              <a:p>
                <a:endParaRPr lang="en-US" sz="2400" b="0" u="none" strike="noStrike">
                  <a:solidFill>
                    <a:srgbClr val="000000"/>
                  </a:solidFill>
                  <a:effectLst/>
                  <a:uFillTx/>
                  <a:latin typeface="Times New Roman"/>
                </a:endParaRPr>
              </a:p>
            </p:txBody>
          </p:sp>
          <p:sp>
            <p:nvSpPr>
              <p:cNvPr id="107" name="Line 53"/>
              <p:cNvSpPr/>
              <p:nvPr/>
            </p:nvSpPr>
            <p:spPr>
              <a:xfrm>
                <a:off x="1295640" y="3809880"/>
                <a:ext cx="380880" cy="0"/>
              </a:xfrm>
              <a:prstGeom prst="line">
                <a:avLst/>
              </a:prstGeom>
              <a:ln w="57240">
                <a:solidFill>
                  <a:srgbClr val="000000"/>
                </a:solidFill>
                <a:miter/>
              </a:ln>
            </p:spPr>
            <p:style>
              <a:lnRef idx="0"/>
              <a:fillRef idx="0"/>
              <a:effectRef idx="0"/>
              <a:fontRef idx="minor"/>
            </p:style>
            <p:txBody>
              <a:bodyPr lIns="90000" tIns="-46800" rIns="90000" bIns="-46800" anchor="ctr">
                <a:noAutofit/>
              </a:bodyPr>
              <a:p>
                <a:endParaRPr lang="en-US" sz="2400" b="0" u="none" strike="noStrike">
                  <a:solidFill>
                    <a:srgbClr val="000000"/>
                  </a:solidFill>
                  <a:effectLst/>
                  <a:uFillTx/>
                  <a:latin typeface="Times New Roman"/>
                </a:endParaRPr>
              </a:p>
            </p:txBody>
          </p:sp>
          <p:sp>
            <p:nvSpPr>
              <p:cNvPr id="108" name="Line 54"/>
              <p:cNvSpPr/>
              <p:nvPr/>
            </p:nvSpPr>
            <p:spPr>
              <a:xfrm>
                <a:off x="914400" y="3809880"/>
                <a:ext cx="381240" cy="0"/>
              </a:xfrm>
              <a:prstGeom prst="line">
                <a:avLst/>
              </a:prstGeom>
              <a:ln w="57240">
                <a:solidFill>
                  <a:srgbClr val="009999"/>
                </a:solidFill>
                <a:miter/>
              </a:ln>
            </p:spPr>
            <p:style>
              <a:lnRef idx="0"/>
              <a:fillRef idx="0"/>
              <a:effectRef idx="0"/>
              <a:fontRef idx="minor"/>
            </p:style>
            <p:txBody>
              <a:bodyPr lIns="90000" tIns="-46800" rIns="90000" bIns="-46800" anchor="ctr">
                <a:noAutofit/>
              </a:bodyPr>
              <a:p>
                <a:endParaRPr lang="en-US" sz="2400" b="0" u="none" strike="noStrike">
                  <a:solidFill>
                    <a:srgbClr val="000000"/>
                  </a:solidFill>
                  <a:effectLst/>
                  <a:uFillTx/>
                  <a:latin typeface="Times New Roman"/>
                </a:endParaRPr>
              </a:p>
            </p:txBody>
          </p:sp>
          <p:sp>
            <p:nvSpPr>
              <p:cNvPr id="109" name="Line 55"/>
              <p:cNvSpPr/>
              <p:nvPr/>
            </p:nvSpPr>
            <p:spPr>
              <a:xfrm>
                <a:off x="2057400" y="3809880"/>
                <a:ext cx="381240" cy="0"/>
              </a:xfrm>
              <a:prstGeom prst="line">
                <a:avLst/>
              </a:prstGeom>
              <a:ln w="57240">
                <a:solidFill>
                  <a:srgbClr val="000000"/>
                </a:solidFill>
                <a:miter/>
              </a:ln>
            </p:spPr>
            <p:style>
              <a:lnRef idx="0"/>
              <a:fillRef idx="0"/>
              <a:effectRef idx="0"/>
              <a:fontRef idx="minor"/>
            </p:style>
            <p:txBody>
              <a:bodyPr lIns="90000" tIns="-46800" rIns="90000" bIns="-46800" anchor="ctr">
                <a:noAutofit/>
              </a:bodyPr>
              <a:p>
                <a:endParaRPr lang="en-US" sz="2400" b="0" u="none" strike="noStrike">
                  <a:solidFill>
                    <a:srgbClr val="000000"/>
                  </a:solidFill>
                  <a:effectLst/>
                  <a:uFillTx/>
                  <a:latin typeface="Times New Roman"/>
                </a:endParaRPr>
              </a:p>
            </p:txBody>
          </p:sp>
          <p:sp>
            <p:nvSpPr>
              <p:cNvPr id="110" name="Line 56"/>
              <p:cNvSpPr/>
              <p:nvPr/>
            </p:nvSpPr>
            <p:spPr>
              <a:xfrm>
                <a:off x="1676520" y="3809880"/>
                <a:ext cx="380880" cy="0"/>
              </a:xfrm>
              <a:prstGeom prst="line">
                <a:avLst/>
              </a:prstGeom>
              <a:ln w="57240">
                <a:solidFill>
                  <a:srgbClr val="009999"/>
                </a:solidFill>
                <a:miter/>
              </a:ln>
            </p:spPr>
            <p:style>
              <a:lnRef idx="0"/>
              <a:fillRef idx="0"/>
              <a:effectRef idx="0"/>
              <a:fontRef idx="minor"/>
            </p:style>
            <p:txBody>
              <a:bodyPr lIns="90000" tIns="-46800" rIns="90000" bIns="-46800" anchor="ctr">
                <a:noAutofit/>
              </a:bodyPr>
              <a:p>
                <a:endParaRPr lang="en-US" sz="2400" b="0" u="none" strike="noStrike">
                  <a:solidFill>
                    <a:srgbClr val="000000"/>
                  </a:solidFill>
                  <a:effectLst/>
                  <a:uFillTx/>
                  <a:latin typeface="Times New Roman"/>
                </a:endParaRPr>
              </a:p>
            </p:txBody>
          </p:sp>
          <p:sp>
            <p:nvSpPr>
              <p:cNvPr id="111" name="Line 57"/>
              <p:cNvSpPr/>
              <p:nvPr/>
            </p:nvSpPr>
            <p:spPr>
              <a:xfrm>
                <a:off x="2819520" y="3809880"/>
                <a:ext cx="380880" cy="0"/>
              </a:xfrm>
              <a:prstGeom prst="line">
                <a:avLst/>
              </a:prstGeom>
              <a:ln w="57240">
                <a:solidFill>
                  <a:srgbClr val="000000"/>
                </a:solidFill>
                <a:miter/>
              </a:ln>
            </p:spPr>
            <p:style>
              <a:lnRef idx="0"/>
              <a:fillRef idx="0"/>
              <a:effectRef idx="0"/>
              <a:fontRef idx="minor"/>
            </p:style>
            <p:txBody>
              <a:bodyPr lIns="90000" tIns="-46800" rIns="90000" bIns="-46800" anchor="ctr">
                <a:noAutofit/>
              </a:bodyPr>
              <a:p>
                <a:endParaRPr lang="en-US" sz="2400" b="0" u="none" strike="noStrike">
                  <a:solidFill>
                    <a:srgbClr val="000000"/>
                  </a:solidFill>
                  <a:effectLst/>
                  <a:uFillTx/>
                  <a:latin typeface="Times New Roman"/>
                </a:endParaRPr>
              </a:p>
            </p:txBody>
          </p:sp>
          <p:sp>
            <p:nvSpPr>
              <p:cNvPr id="112" name="Line 58"/>
              <p:cNvSpPr/>
              <p:nvPr/>
            </p:nvSpPr>
            <p:spPr>
              <a:xfrm>
                <a:off x="2438640" y="3809880"/>
                <a:ext cx="380880" cy="0"/>
              </a:xfrm>
              <a:prstGeom prst="line">
                <a:avLst/>
              </a:prstGeom>
              <a:ln w="57240">
                <a:solidFill>
                  <a:srgbClr val="009999"/>
                </a:solidFill>
                <a:miter/>
              </a:ln>
            </p:spPr>
            <p:style>
              <a:lnRef idx="0"/>
              <a:fillRef idx="0"/>
              <a:effectRef idx="0"/>
              <a:fontRef idx="minor"/>
            </p:style>
            <p:txBody>
              <a:bodyPr lIns="90000" tIns="-46800" rIns="90000" bIns="-46800" anchor="ctr">
                <a:noAutofit/>
              </a:bodyPr>
              <a:p>
                <a:endParaRPr lang="en-US" sz="2400" b="0" u="none" strike="noStrike">
                  <a:solidFill>
                    <a:srgbClr val="000000"/>
                  </a:solidFill>
                  <a:effectLst/>
                  <a:uFillTx/>
                  <a:latin typeface="Times New Roman"/>
                </a:endParaRPr>
              </a:p>
            </p:txBody>
          </p:sp>
          <p:sp>
            <p:nvSpPr>
              <p:cNvPr id="113" name="Line 59"/>
              <p:cNvSpPr/>
              <p:nvPr/>
            </p:nvSpPr>
            <p:spPr>
              <a:xfrm>
                <a:off x="3581640" y="3809880"/>
                <a:ext cx="380880" cy="0"/>
              </a:xfrm>
              <a:prstGeom prst="line">
                <a:avLst/>
              </a:prstGeom>
              <a:ln w="57240">
                <a:solidFill>
                  <a:srgbClr val="000000"/>
                </a:solidFill>
                <a:miter/>
              </a:ln>
            </p:spPr>
            <p:style>
              <a:lnRef idx="0"/>
              <a:fillRef idx="0"/>
              <a:effectRef idx="0"/>
              <a:fontRef idx="minor"/>
            </p:style>
            <p:txBody>
              <a:bodyPr lIns="90000" tIns="-46800" rIns="90000" bIns="-46800" anchor="ctr">
                <a:noAutofit/>
              </a:bodyPr>
              <a:p>
                <a:endParaRPr lang="en-US" sz="2400" b="0" u="none" strike="noStrike">
                  <a:solidFill>
                    <a:srgbClr val="000000"/>
                  </a:solidFill>
                  <a:effectLst/>
                  <a:uFillTx/>
                  <a:latin typeface="Times New Roman"/>
                </a:endParaRPr>
              </a:p>
            </p:txBody>
          </p:sp>
          <p:sp>
            <p:nvSpPr>
              <p:cNvPr id="114" name="Line 60"/>
              <p:cNvSpPr/>
              <p:nvPr/>
            </p:nvSpPr>
            <p:spPr>
              <a:xfrm>
                <a:off x="3200400" y="3809880"/>
                <a:ext cx="381240" cy="0"/>
              </a:xfrm>
              <a:prstGeom prst="line">
                <a:avLst/>
              </a:prstGeom>
              <a:ln w="57240">
                <a:solidFill>
                  <a:srgbClr val="009999"/>
                </a:solidFill>
                <a:miter/>
              </a:ln>
            </p:spPr>
            <p:style>
              <a:lnRef idx="0"/>
              <a:fillRef idx="0"/>
              <a:effectRef idx="0"/>
              <a:fontRef idx="minor"/>
            </p:style>
            <p:txBody>
              <a:bodyPr lIns="90000" tIns="-46800" rIns="90000" bIns="-46800" anchor="ctr">
                <a:noAutofit/>
              </a:bodyPr>
              <a:p>
                <a:endParaRPr lang="en-US" sz="2400" b="0" u="none" strike="noStrike">
                  <a:solidFill>
                    <a:srgbClr val="000000"/>
                  </a:solidFill>
                  <a:effectLst/>
                  <a:uFillTx/>
                  <a:latin typeface="Times New Roman"/>
                </a:endParaRPr>
              </a:p>
            </p:txBody>
          </p:sp>
          <p:sp>
            <p:nvSpPr>
              <p:cNvPr id="115" name="Line 61"/>
              <p:cNvSpPr/>
              <p:nvPr/>
            </p:nvSpPr>
            <p:spPr>
              <a:xfrm>
                <a:off x="4343400" y="3809880"/>
                <a:ext cx="381240" cy="0"/>
              </a:xfrm>
              <a:prstGeom prst="line">
                <a:avLst/>
              </a:prstGeom>
              <a:ln w="57240">
                <a:solidFill>
                  <a:srgbClr val="000000"/>
                </a:solidFill>
                <a:miter/>
              </a:ln>
            </p:spPr>
            <p:style>
              <a:lnRef idx="0"/>
              <a:fillRef idx="0"/>
              <a:effectRef idx="0"/>
              <a:fontRef idx="minor"/>
            </p:style>
            <p:txBody>
              <a:bodyPr lIns="90000" tIns="-46800" rIns="90000" bIns="-46800" anchor="ctr">
                <a:noAutofit/>
              </a:bodyPr>
              <a:p>
                <a:endParaRPr lang="en-US" sz="2400" b="0" u="none" strike="noStrike">
                  <a:solidFill>
                    <a:srgbClr val="000000"/>
                  </a:solidFill>
                  <a:effectLst/>
                  <a:uFillTx/>
                  <a:latin typeface="Times New Roman"/>
                </a:endParaRPr>
              </a:p>
            </p:txBody>
          </p:sp>
          <p:sp>
            <p:nvSpPr>
              <p:cNvPr id="116" name="Line 62"/>
              <p:cNvSpPr/>
              <p:nvPr/>
            </p:nvSpPr>
            <p:spPr>
              <a:xfrm>
                <a:off x="3962520" y="3809880"/>
                <a:ext cx="380880" cy="0"/>
              </a:xfrm>
              <a:prstGeom prst="line">
                <a:avLst/>
              </a:prstGeom>
              <a:ln w="57240">
                <a:solidFill>
                  <a:srgbClr val="009999"/>
                </a:solidFill>
                <a:miter/>
              </a:ln>
            </p:spPr>
            <p:style>
              <a:lnRef idx="0"/>
              <a:fillRef idx="0"/>
              <a:effectRef idx="0"/>
              <a:fontRef idx="minor"/>
            </p:style>
            <p:txBody>
              <a:bodyPr lIns="90000" tIns="-46800" rIns="90000" bIns="-46800" anchor="ctr">
                <a:noAutofit/>
              </a:bodyPr>
              <a:p>
                <a:endParaRPr lang="en-US" sz="2400" b="0" u="none" strike="noStrike">
                  <a:solidFill>
                    <a:srgbClr val="000000"/>
                  </a:solidFill>
                  <a:effectLst/>
                  <a:uFillTx/>
                  <a:latin typeface="Times New Roman"/>
                </a:endParaRPr>
              </a:p>
            </p:txBody>
          </p:sp>
          <p:sp>
            <p:nvSpPr>
              <p:cNvPr id="117" name="Line 63"/>
              <p:cNvSpPr/>
              <p:nvPr/>
            </p:nvSpPr>
            <p:spPr>
              <a:xfrm>
                <a:off x="5105520" y="3809880"/>
                <a:ext cx="380880" cy="0"/>
              </a:xfrm>
              <a:prstGeom prst="line">
                <a:avLst/>
              </a:prstGeom>
              <a:ln w="57240">
                <a:solidFill>
                  <a:srgbClr val="000000"/>
                </a:solidFill>
                <a:miter/>
              </a:ln>
            </p:spPr>
            <p:style>
              <a:lnRef idx="0"/>
              <a:fillRef idx="0"/>
              <a:effectRef idx="0"/>
              <a:fontRef idx="minor"/>
            </p:style>
            <p:txBody>
              <a:bodyPr lIns="90000" tIns="-46800" rIns="90000" bIns="-46800" anchor="ctr">
                <a:noAutofit/>
              </a:bodyPr>
              <a:p>
                <a:endParaRPr lang="en-US" sz="2400" b="0" u="none" strike="noStrike">
                  <a:solidFill>
                    <a:srgbClr val="000000"/>
                  </a:solidFill>
                  <a:effectLst/>
                  <a:uFillTx/>
                  <a:latin typeface="Times New Roman"/>
                </a:endParaRPr>
              </a:p>
            </p:txBody>
          </p:sp>
          <p:sp>
            <p:nvSpPr>
              <p:cNvPr id="118" name="Line 64"/>
              <p:cNvSpPr/>
              <p:nvPr/>
            </p:nvSpPr>
            <p:spPr>
              <a:xfrm>
                <a:off x="4724640" y="3809880"/>
                <a:ext cx="380880" cy="0"/>
              </a:xfrm>
              <a:prstGeom prst="line">
                <a:avLst/>
              </a:prstGeom>
              <a:ln w="57240">
                <a:solidFill>
                  <a:srgbClr val="009999"/>
                </a:solidFill>
                <a:miter/>
              </a:ln>
            </p:spPr>
            <p:style>
              <a:lnRef idx="0"/>
              <a:fillRef idx="0"/>
              <a:effectRef idx="0"/>
              <a:fontRef idx="minor"/>
            </p:style>
            <p:txBody>
              <a:bodyPr lIns="90000" tIns="-46800" rIns="90000" bIns="-46800" anchor="ctr">
                <a:noAutofit/>
              </a:bodyPr>
              <a:p>
                <a:endParaRPr lang="en-US" sz="2400" b="0" u="none" strike="noStrike">
                  <a:solidFill>
                    <a:srgbClr val="000000"/>
                  </a:solidFill>
                  <a:effectLst/>
                  <a:uFillTx/>
                  <a:latin typeface="Times New Roman"/>
                </a:endParaRPr>
              </a:p>
            </p:txBody>
          </p:sp>
          <p:sp>
            <p:nvSpPr>
              <p:cNvPr id="119" name="Line 65"/>
              <p:cNvSpPr/>
              <p:nvPr/>
            </p:nvSpPr>
            <p:spPr>
              <a:xfrm>
                <a:off x="5867640" y="3809880"/>
                <a:ext cx="380880" cy="0"/>
              </a:xfrm>
              <a:prstGeom prst="line">
                <a:avLst/>
              </a:prstGeom>
              <a:ln w="57240">
                <a:solidFill>
                  <a:srgbClr val="000000"/>
                </a:solidFill>
                <a:miter/>
              </a:ln>
            </p:spPr>
            <p:style>
              <a:lnRef idx="0"/>
              <a:fillRef idx="0"/>
              <a:effectRef idx="0"/>
              <a:fontRef idx="minor"/>
            </p:style>
            <p:txBody>
              <a:bodyPr lIns="90000" tIns="-46800" rIns="90000" bIns="-46800" anchor="ctr">
                <a:noAutofit/>
              </a:bodyPr>
              <a:p>
                <a:endParaRPr lang="en-US" sz="2400" b="0" u="none" strike="noStrike">
                  <a:solidFill>
                    <a:srgbClr val="000000"/>
                  </a:solidFill>
                  <a:effectLst/>
                  <a:uFillTx/>
                  <a:latin typeface="Times New Roman"/>
                </a:endParaRPr>
              </a:p>
            </p:txBody>
          </p:sp>
          <p:sp>
            <p:nvSpPr>
              <p:cNvPr id="120" name="Line 66"/>
              <p:cNvSpPr/>
              <p:nvPr/>
            </p:nvSpPr>
            <p:spPr>
              <a:xfrm>
                <a:off x="5486400" y="3809880"/>
                <a:ext cx="381240" cy="0"/>
              </a:xfrm>
              <a:prstGeom prst="line">
                <a:avLst/>
              </a:prstGeom>
              <a:ln w="57240">
                <a:solidFill>
                  <a:srgbClr val="009999"/>
                </a:solidFill>
                <a:miter/>
              </a:ln>
            </p:spPr>
            <p:style>
              <a:lnRef idx="0"/>
              <a:fillRef idx="0"/>
              <a:effectRef idx="0"/>
              <a:fontRef idx="minor"/>
            </p:style>
            <p:txBody>
              <a:bodyPr lIns="90000" tIns="-46800" rIns="90000" bIns="-46800" anchor="ctr">
                <a:noAutofit/>
              </a:bodyPr>
              <a:p>
                <a:endParaRPr lang="en-US" sz="2400" b="0" u="none" strike="noStrike">
                  <a:solidFill>
                    <a:srgbClr val="000000"/>
                  </a:solidFill>
                  <a:effectLst/>
                  <a:uFillTx/>
                  <a:latin typeface="Times New Roman"/>
                </a:endParaRPr>
              </a:p>
            </p:txBody>
          </p:sp>
          <p:sp>
            <p:nvSpPr>
              <p:cNvPr id="121" name="Line 67"/>
              <p:cNvSpPr/>
              <p:nvPr/>
            </p:nvSpPr>
            <p:spPr>
              <a:xfrm>
                <a:off x="6629400" y="3809880"/>
                <a:ext cx="381240" cy="0"/>
              </a:xfrm>
              <a:prstGeom prst="line">
                <a:avLst/>
              </a:prstGeom>
              <a:ln w="57240">
                <a:solidFill>
                  <a:srgbClr val="000000"/>
                </a:solidFill>
                <a:miter/>
              </a:ln>
            </p:spPr>
            <p:style>
              <a:lnRef idx="0"/>
              <a:fillRef idx="0"/>
              <a:effectRef idx="0"/>
              <a:fontRef idx="minor"/>
            </p:style>
            <p:txBody>
              <a:bodyPr lIns="90000" tIns="-46800" rIns="90000" bIns="-46800" anchor="ctr">
                <a:noAutofit/>
              </a:bodyPr>
              <a:p>
                <a:endParaRPr lang="en-US" sz="2400" b="0" u="none" strike="noStrike">
                  <a:solidFill>
                    <a:srgbClr val="000000"/>
                  </a:solidFill>
                  <a:effectLst/>
                  <a:uFillTx/>
                  <a:latin typeface="Times New Roman"/>
                </a:endParaRPr>
              </a:p>
            </p:txBody>
          </p:sp>
          <p:sp>
            <p:nvSpPr>
              <p:cNvPr id="122" name="Line 68"/>
              <p:cNvSpPr/>
              <p:nvPr/>
            </p:nvSpPr>
            <p:spPr>
              <a:xfrm>
                <a:off x="6248520" y="3809880"/>
                <a:ext cx="380880" cy="0"/>
              </a:xfrm>
              <a:prstGeom prst="line">
                <a:avLst/>
              </a:prstGeom>
              <a:ln w="57240">
                <a:solidFill>
                  <a:srgbClr val="009999"/>
                </a:solidFill>
                <a:miter/>
              </a:ln>
            </p:spPr>
            <p:style>
              <a:lnRef idx="0"/>
              <a:fillRef idx="0"/>
              <a:effectRef idx="0"/>
              <a:fontRef idx="minor"/>
            </p:style>
            <p:txBody>
              <a:bodyPr lIns="90000" tIns="-46800" rIns="90000" bIns="-46800" anchor="ctr">
                <a:noAutofit/>
              </a:bodyPr>
              <a:p>
                <a:endParaRPr lang="en-US" sz="2400" b="0" u="none" strike="noStrike">
                  <a:solidFill>
                    <a:srgbClr val="000000"/>
                  </a:solidFill>
                  <a:effectLst/>
                  <a:uFillTx/>
                  <a:latin typeface="Times New Roman"/>
                </a:endParaRPr>
              </a:p>
            </p:txBody>
          </p:sp>
          <p:sp>
            <p:nvSpPr>
              <p:cNvPr id="123" name="Line 69"/>
              <p:cNvSpPr/>
              <p:nvPr/>
            </p:nvSpPr>
            <p:spPr>
              <a:xfrm>
                <a:off x="7391520" y="3809880"/>
                <a:ext cx="380880" cy="0"/>
              </a:xfrm>
              <a:prstGeom prst="line">
                <a:avLst/>
              </a:prstGeom>
              <a:ln w="57240">
                <a:solidFill>
                  <a:srgbClr val="000000"/>
                </a:solidFill>
                <a:miter/>
              </a:ln>
            </p:spPr>
            <p:style>
              <a:lnRef idx="0"/>
              <a:fillRef idx="0"/>
              <a:effectRef idx="0"/>
              <a:fontRef idx="minor"/>
            </p:style>
            <p:txBody>
              <a:bodyPr lIns="90000" tIns="-46800" rIns="90000" bIns="-46800" anchor="ctr">
                <a:noAutofit/>
              </a:bodyPr>
              <a:p>
                <a:endParaRPr lang="en-US" sz="2400" b="0" u="none" strike="noStrike">
                  <a:solidFill>
                    <a:srgbClr val="000000"/>
                  </a:solidFill>
                  <a:effectLst/>
                  <a:uFillTx/>
                  <a:latin typeface="Times New Roman"/>
                </a:endParaRPr>
              </a:p>
            </p:txBody>
          </p:sp>
          <p:sp>
            <p:nvSpPr>
              <p:cNvPr id="124" name="Line 70"/>
              <p:cNvSpPr/>
              <p:nvPr/>
            </p:nvSpPr>
            <p:spPr>
              <a:xfrm>
                <a:off x="7010640" y="3809880"/>
                <a:ext cx="380880" cy="0"/>
              </a:xfrm>
              <a:prstGeom prst="line">
                <a:avLst/>
              </a:prstGeom>
              <a:ln w="57240">
                <a:solidFill>
                  <a:srgbClr val="009999"/>
                </a:solidFill>
                <a:miter/>
              </a:ln>
            </p:spPr>
            <p:style>
              <a:lnRef idx="0"/>
              <a:fillRef idx="0"/>
              <a:effectRef idx="0"/>
              <a:fontRef idx="minor"/>
            </p:style>
            <p:txBody>
              <a:bodyPr lIns="90000" tIns="-46800" rIns="90000" bIns="-46800" anchor="ctr">
                <a:noAutofit/>
              </a:bodyPr>
              <a:p>
                <a:endParaRPr lang="en-US" sz="2400" b="0" u="none" strike="noStrike">
                  <a:solidFill>
                    <a:srgbClr val="000000"/>
                  </a:solidFill>
                  <a:effectLst/>
                  <a:uFillTx/>
                  <a:latin typeface="Times New Roman"/>
                </a:endParaRPr>
              </a:p>
            </p:txBody>
          </p:sp>
          <p:sp>
            <p:nvSpPr>
              <p:cNvPr id="125" name="Line 71"/>
              <p:cNvSpPr/>
              <p:nvPr/>
            </p:nvSpPr>
            <p:spPr>
              <a:xfrm>
                <a:off x="8153640" y="3809880"/>
                <a:ext cx="380880" cy="0"/>
              </a:xfrm>
              <a:prstGeom prst="line">
                <a:avLst/>
              </a:prstGeom>
              <a:ln w="57240">
                <a:solidFill>
                  <a:srgbClr val="000000"/>
                </a:solidFill>
                <a:miter/>
              </a:ln>
            </p:spPr>
            <p:style>
              <a:lnRef idx="0"/>
              <a:fillRef idx="0"/>
              <a:effectRef idx="0"/>
              <a:fontRef idx="minor"/>
            </p:style>
            <p:txBody>
              <a:bodyPr lIns="90000" tIns="-46800" rIns="90000" bIns="-46800" anchor="ctr">
                <a:noAutofit/>
              </a:bodyPr>
              <a:p>
                <a:endParaRPr lang="en-US" sz="2400" b="0" u="none" strike="noStrike">
                  <a:solidFill>
                    <a:srgbClr val="000000"/>
                  </a:solidFill>
                  <a:effectLst/>
                  <a:uFillTx/>
                  <a:latin typeface="Times New Roman"/>
                </a:endParaRPr>
              </a:p>
            </p:txBody>
          </p:sp>
          <p:sp>
            <p:nvSpPr>
              <p:cNvPr id="126" name="Line 72"/>
              <p:cNvSpPr/>
              <p:nvPr/>
            </p:nvSpPr>
            <p:spPr>
              <a:xfrm>
                <a:off x="7772400" y="3809880"/>
                <a:ext cx="381240" cy="0"/>
              </a:xfrm>
              <a:prstGeom prst="line">
                <a:avLst/>
              </a:prstGeom>
              <a:ln w="57240">
                <a:solidFill>
                  <a:srgbClr val="009999"/>
                </a:solidFill>
                <a:miter/>
              </a:ln>
            </p:spPr>
            <p:style>
              <a:lnRef idx="0"/>
              <a:fillRef idx="0"/>
              <a:effectRef idx="0"/>
              <a:fontRef idx="minor"/>
            </p:style>
            <p:txBody>
              <a:bodyPr lIns="90000" tIns="-46800" rIns="90000" bIns="-46800" anchor="ctr">
                <a:noAutofit/>
              </a:bodyPr>
              <a:p>
                <a:endParaRPr lang="en-US" sz="2400" b="0" u="none" strike="noStrike">
                  <a:solidFill>
                    <a:srgbClr val="000000"/>
                  </a:solidFill>
                  <a:effectLst/>
                  <a:uFillTx/>
                  <a:latin typeface="Times New Roman"/>
                </a:endParaRPr>
              </a:p>
            </p:txBody>
          </p:sp>
          <p:sp>
            <p:nvSpPr>
              <p:cNvPr id="127" name="Line 73"/>
              <p:cNvSpPr/>
              <p:nvPr/>
            </p:nvSpPr>
            <p:spPr>
              <a:xfrm>
                <a:off x="8534520" y="3809880"/>
                <a:ext cx="380880" cy="0"/>
              </a:xfrm>
              <a:prstGeom prst="line">
                <a:avLst/>
              </a:prstGeom>
              <a:ln w="57240">
                <a:solidFill>
                  <a:srgbClr val="009999"/>
                </a:solidFill>
                <a:miter/>
              </a:ln>
            </p:spPr>
            <p:style>
              <a:lnRef idx="0"/>
              <a:fillRef idx="0"/>
              <a:effectRef idx="0"/>
              <a:fontRef idx="minor"/>
            </p:style>
            <p:txBody>
              <a:bodyPr lIns="90000" tIns="-46800" rIns="90000" bIns="-46800" anchor="ctr">
                <a:noAutofit/>
              </a:bodyPr>
              <a:p>
                <a:endParaRPr lang="en-US" sz="2400" b="0" u="none" strike="noStrike">
                  <a:solidFill>
                    <a:srgbClr val="000000"/>
                  </a:solidFill>
                  <a:effectLst/>
                  <a:uFillTx/>
                  <a:latin typeface="Times New Roman"/>
                </a:endParaRPr>
              </a:p>
            </p:txBody>
          </p:sp>
        </p:grpSp>
        <p:sp>
          <p:nvSpPr>
            <p:cNvPr id="128" name="Rectangle 74"/>
            <p:cNvSpPr/>
            <p:nvPr/>
          </p:nvSpPr>
          <p:spPr>
            <a:xfrm>
              <a:off x="533520" y="3505320"/>
              <a:ext cx="8381880" cy="228600"/>
            </a:xfrm>
            <a:prstGeom prst="rect">
              <a:avLst/>
            </a:prstGeom>
            <a:blipFill rotWithShape="0">
              <a:blip r:embed="rId12"/>
              <a:srcRect/>
              <a:tile tx="0" ty="0" sx="100000" sy="100000" algn="ctr"/>
            </a:blipFill>
            <a:ln w="0">
              <a:noFill/>
            </a:ln>
          </p:spPr>
          <p:style>
            <a:lnRef idx="0"/>
            <a:fillRef idx="0"/>
            <a:effectRef idx="0"/>
            <a:fontRef idx="minor"/>
          </p:style>
          <p:txBody>
            <a:bodyPr wrap="none" lIns="90000" tIns="46800" rIns="90000" bIns="46800" anchor="ctr">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imes New Roman"/>
              </a:endParaRPr>
            </a:p>
          </p:txBody>
        </p:sp>
      </p:grpSp>
      <p:sp>
        <p:nvSpPr>
          <p:cNvPr id="129" name="PlaceHolder 1"/>
          <p:cNvSpPr>
            <a:spLocks noGrp="1"/>
          </p:cNvSpPr>
          <p:nvPr>
            <p:ph type="title"/>
          </p:nvPr>
        </p:nvSpPr>
        <p:spPr>
          <a:xfrm>
            <a:off x="685800" y="533160"/>
            <a:ext cx="7772400" cy="1143000"/>
          </a:xfrm>
          <a:prstGeom prst="rect">
            <a:avLst/>
          </a:prstGeom>
          <a:noFill/>
          <a:ln w="0">
            <a:noFill/>
          </a:ln>
        </p:spPr>
        <p:txBody>
          <a:bodyPr lIns="90000" tIns="46800" rIns="90000" bIns="46800" anchor="ctr">
            <a:noAutofit/>
          </a:bodyPr>
          <a:lstStyle>
            <a:lvl1pPr indent="0" algn="l">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lang="zh-CN" sz="4400" b="0" u="none" strike="noStrike">
                <a:solidFill>
                  <a:srgbClr val="FFFFFF"/>
                </a:solidFill>
                <a:effectLst/>
                <a:uFillTx/>
                <a:latin typeface="Times New Roman"/>
              </a:defRPr>
            </a:lvl1pPr>
          </a:lstStyle>
          <a:p>
            <a:pPr indent="0" algn="l">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4400" b="0" u="none" strike="noStrike">
                <a:solidFill>
                  <a:srgbClr val="FFFFFF"/>
                </a:solidFill>
                <a:effectLst/>
                <a:uFillTx/>
                <a:latin typeface="Times New Roman"/>
              </a:rPr>
              <a:t>单击以编辑标题文本格式</a:t>
            </a:r>
            <a:endParaRPr lang="en-US" sz="4400" b="0" u="none" strike="noStrike">
              <a:solidFill>
                <a:srgbClr val="FFFFFF"/>
              </a:solidFill>
              <a:effectLst/>
              <a:uFillTx/>
              <a:latin typeface="Times New Roman"/>
            </a:endParaRPr>
          </a:p>
        </p:txBody>
      </p:sp>
      <p:sp>
        <p:nvSpPr>
          <p:cNvPr id="130" name="PlaceHolder 2"/>
          <p:cNvSpPr>
            <a:spLocks noGrp="1"/>
          </p:cNvSpPr>
          <p:nvPr>
            <p:ph type="body"/>
          </p:nvPr>
        </p:nvSpPr>
        <p:spPr>
          <a:xfrm>
            <a:off x="685800" y="2057400"/>
            <a:ext cx="7772400" cy="4114800"/>
          </a:xfrm>
          <a:prstGeom prst="rect">
            <a:avLst/>
          </a:prstGeom>
          <a:noFill/>
          <a:ln w="0">
            <a:noFill/>
          </a:ln>
        </p:spPr>
        <p:txBody>
          <a:bodyPr lIns="90000" tIns="46800" rIns="90000" bIns="46800" anchor="t">
            <a:normAutofit lnSpcReduction="9999"/>
          </a:bodyPr>
          <a:lstStyle>
            <a:lvl1pPr algn="l">
              <a:spcBef>
                <a:spcPts val="799"/>
              </a:spcBef>
              <a:buClr>
                <a:srgbClr val="00EEE8"/>
              </a:buClr>
              <a:buSzPct val="7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lang="zh-CN" sz="3200" b="0" u="none" strike="noStrike">
                <a:solidFill>
                  <a:srgbClr val="000000"/>
                </a:solidFill>
                <a:effectLst/>
                <a:uFillTx/>
                <a:latin typeface="Times New Roman"/>
              </a:defRPr>
            </a:lvl1pPr>
            <a:lvl2pPr lvl="1" algn="l">
              <a:spcBef>
                <a:spcPts val="799"/>
              </a:spcBef>
              <a:buClr>
                <a:srgbClr val="009999"/>
              </a:buClr>
              <a:buSzPct val="7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lang="zh-CN" sz="3200" b="0" u="none" strike="noStrike">
                <a:solidFill>
                  <a:srgbClr val="000000"/>
                </a:solidFill>
                <a:effectLst/>
                <a:uFillTx/>
                <a:latin typeface="Times New Roman"/>
              </a:defRPr>
            </a:lvl2pPr>
            <a:lvl3pPr lvl="2" algn="l">
              <a:spcBef>
                <a:spcPts val="799"/>
              </a:spcBef>
              <a:buClr>
                <a:srgbClr val="CFD1E7"/>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lang="zh-CN" sz="3200" b="0" u="none" strike="noStrike">
                <a:solidFill>
                  <a:srgbClr val="000000"/>
                </a:solidFill>
                <a:effectLst/>
                <a:uFillTx/>
                <a:latin typeface="Times New Roman"/>
              </a:defRPr>
            </a:lvl3pPr>
            <a:lvl4pPr lvl="3" algn="l">
              <a:spcBef>
                <a:spcPts val="799"/>
              </a:spcBef>
              <a:buClr>
                <a:srgbClr val="000000"/>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lang="zh-CN" sz="3200" b="0" u="none" strike="noStrike">
                <a:solidFill>
                  <a:srgbClr val="000000"/>
                </a:solidFill>
                <a:effectLst/>
                <a:uFillTx/>
                <a:latin typeface="Times New Roman"/>
              </a:defRPr>
            </a:lvl4pPr>
            <a:lvl5pPr lvl="4" algn="l">
              <a:spcBef>
                <a:spcPts val="799"/>
              </a:spcBef>
              <a:buClr>
                <a:srgbClr val="C0C0C0"/>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lang="zh-CN" sz="3200" b="0" u="none" strike="noStrike">
                <a:solidFill>
                  <a:srgbClr val="000000"/>
                </a:solidFill>
                <a:effectLst/>
                <a:uFillTx/>
                <a:latin typeface="Times New Roman"/>
              </a:defRPr>
            </a:lvl5pPr>
            <a:lvl6pPr lvl="5" algn="l">
              <a:spcBef>
                <a:spcPts val="799"/>
              </a:spcBef>
              <a:buClr>
                <a:srgbClr val="000000"/>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lang="zh-CN" sz="3200" b="0" u="none" strike="noStrike">
                <a:solidFill>
                  <a:srgbClr val="000000"/>
                </a:solidFill>
                <a:effectLst/>
                <a:uFillTx/>
                <a:latin typeface="Times New Roman"/>
              </a:defRPr>
            </a:lvl6pPr>
            <a:lvl7pPr lvl="6" algn="l">
              <a:spcBef>
                <a:spcPts val="799"/>
              </a:spcBef>
              <a:buClr>
                <a:srgbClr val="000000"/>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lang="zh-CN" sz="3200" b="0" u="none" strike="noStrike">
                <a:solidFill>
                  <a:srgbClr val="000000"/>
                </a:solidFill>
                <a:effectLst/>
                <a:uFillTx/>
                <a:latin typeface="Times New Roman"/>
              </a:defRPr>
            </a:lvl7pPr>
          </a:lstStyle>
          <a:p>
            <a:pPr marL="343080" indent="-343080" algn="l">
              <a:spcBef>
                <a:spcPts val="799"/>
              </a:spcBef>
              <a:buClr>
                <a:srgbClr val="00EEE8"/>
              </a:buClr>
              <a:buSzPct val="7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zh-CN" sz="3200" b="0" u="none" strike="noStrike">
                <a:solidFill>
                  <a:srgbClr val="000000"/>
                </a:solidFill>
                <a:effectLst/>
                <a:uFillTx/>
                <a:latin typeface="Times New Roman"/>
              </a:rPr>
              <a:t>点击以编辑提纲文本格式</a:t>
            </a:r>
            <a:endParaRPr lang="en-US" sz="3200" b="0" u="none" strike="noStrike">
              <a:solidFill>
                <a:srgbClr val="000000"/>
              </a:solidFill>
              <a:effectLst/>
              <a:uFillTx/>
              <a:latin typeface="Times New Roman"/>
            </a:endParaRPr>
          </a:p>
          <a:p>
            <a:pPr marL="743040" lvl="1" indent="-285840" algn="l">
              <a:spcBef>
                <a:spcPts val="799"/>
              </a:spcBef>
              <a:buClr>
                <a:srgbClr val="009999"/>
              </a:buClr>
              <a:buSzPct val="7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zh-CN" sz="3200" b="0" u="none" strike="noStrike">
                <a:solidFill>
                  <a:srgbClr val="000000"/>
                </a:solidFill>
                <a:effectLst/>
                <a:uFillTx/>
                <a:latin typeface="Times New Roman"/>
              </a:rPr>
              <a:t>第二提纲级别</a:t>
            </a:r>
            <a:endParaRPr lang="en-US" sz="3200" b="0" u="none" strike="noStrike">
              <a:solidFill>
                <a:srgbClr val="000000"/>
              </a:solidFill>
              <a:effectLst/>
              <a:uFillTx/>
              <a:latin typeface="Times New Roman"/>
            </a:endParaRPr>
          </a:p>
          <a:p>
            <a:pPr marL="1143000" lvl="2" indent="-228600" algn="l">
              <a:spcBef>
                <a:spcPts val="799"/>
              </a:spcBef>
              <a:buClr>
                <a:srgbClr val="CFD1E7"/>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zh-CN" sz="3200" b="0" u="none" strike="noStrike">
                <a:solidFill>
                  <a:srgbClr val="000000"/>
                </a:solidFill>
                <a:effectLst/>
                <a:uFillTx/>
                <a:latin typeface="Times New Roman"/>
              </a:rPr>
              <a:t>第三提纲级别</a:t>
            </a:r>
            <a:endParaRPr lang="en-US" sz="3200" b="0" u="none" strike="noStrike">
              <a:solidFill>
                <a:srgbClr val="000000"/>
              </a:solidFill>
              <a:effectLst/>
              <a:uFillTx/>
              <a:latin typeface="Times New Roman"/>
            </a:endParaRPr>
          </a:p>
          <a:p>
            <a:pPr marL="1600200" lvl="3" indent="-228600" algn="l">
              <a:spcBef>
                <a:spcPts val="799"/>
              </a:spcBef>
              <a:buClr>
                <a:srgbClr val="000000"/>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zh-CN" sz="3200" b="0" u="none" strike="noStrike">
                <a:solidFill>
                  <a:srgbClr val="000000"/>
                </a:solidFill>
                <a:effectLst/>
                <a:uFillTx/>
                <a:latin typeface="Times New Roman"/>
              </a:rPr>
              <a:t>第四提纲级别</a:t>
            </a:r>
            <a:endParaRPr lang="en-US" sz="3200" b="0" u="none" strike="noStrike">
              <a:solidFill>
                <a:srgbClr val="000000"/>
              </a:solidFill>
              <a:effectLst/>
              <a:uFillTx/>
              <a:latin typeface="Times New Roman"/>
            </a:endParaRPr>
          </a:p>
          <a:p>
            <a:pPr marL="2057400" lvl="4" indent="-228600" algn="l">
              <a:spcBef>
                <a:spcPts val="799"/>
              </a:spcBef>
              <a:buClr>
                <a:srgbClr val="C0C0C0"/>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zh-CN" sz="3200" b="0" u="none" strike="noStrike">
                <a:solidFill>
                  <a:srgbClr val="000000"/>
                </a:solidFill>
                <a:effectLst/>
                <a:uFillTx/>
                <a:latin typeface="Times New Roman"/>
              </a:rPr>
              <a:t>第五提纲级别</a:t>
            </a:r>
            <a:endParaRPr lang="en-US" sz="3200" b="0" u="none" strike="noStrike">
              <a:solidFill>
                <a:srgbClr val="000000"/>
              </a:solidFill>
              <a:effectLst/>
              <a:uFillTx/>
              <a:latin typeface="Times New Roman"/>
            </a:endParaRPr>
          </a:p>
          <a:p>
            <a:pPr marL="2057400" lvl="5" indent="-228600" algn="l">
              <a:spcBef>
                <a:spcPts val="799"/>
              </a:spcBef>
              <a:buClr>
                <a:srgbClr val="000000"/>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zh-CN" sz="3200" b="0" u="none" strike="noStrike">
                <a:solidFill>
                  <a:srgbClr val="000000"/>
                </a:solidFill>
                <a:effectLst/>
                <a:uFillTx/>
                <a:latin typeface="Times New Roman"/>
              </a:rPr>
              <a:t>第六提纲级别</a:t>
            </a:r>
            <a:endParaRPr lang="en-US" sz="3200" b="0" u="none" strike="noStrike">
              <a:solidFill>
                <a:srgbClr val="000000"/>
              </a:solidFill>
              <a:effectLst/>
              <a:uFillTx/>
              <a:latin typeface="Times New Roman"/>
            </a:endParaRPr>
          </a:p>
          <a:p>
            <a:pPr marL="2057400" lvl="6" indent="-228600" algn="l">
              <a:spcBef>
                <a:spcPts val="799"/>
              </a:spcBef>
              <a:buClr>
                <a:srgbClr val="000000"/>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zh-CN" sz="3200" b="0" u="none" strike="noStrike">
                <a:solidFill>
                  <a:srgbClr val="000000"/>
                </a:solidFill>
                <a:effectLst/>
                <a:uFillTx/>
                <a:latin typeface="Times New Roman"/>
              </a:rPr>
              <a:t>第七提纲级别</a:t>
            </a:r>
            <a:endParaRPr lang="en-US" sz="3200" b="0" u="none" strike="noStrike">
              <a:solidFill>
                <a:srgbClr val="000000"/>
              </a:solidFill>
              <a:effectLst/>
              <a:uFillTx/>
              <a:latin typeface="Times New Roman"/>
            </a:endParaRPr>
          </a:p>
        </p:txBody>
      </p:sp>
      <p:sp>
        <p:nvSpPr>
          <p:cNvPr id="131" name="PlaceHolder 3"/>
          <p:cNvSpPr>
            <a:spLocks noGrp="1"/>
          </p:cNvSpPr>
          <p:nvPr>
            <p:ph type="dt" idx="4"/>
          </p:nvPr>
        </p:nvSpPr>
        <p:spPr>
          <a:xfrm>
            <a:off x="685800" y="6248520"/>
            <a:ext cx="1905120" cy="457200"/>
          </a:xfrm>
          <a:prstGeom prst="rect">
            <a:avLst/>
          </a:prstGeom>
          <a:noFill/>
          <a:ln w="0">
            <a:noFill/>
          </a:ln>
        </p:spPr>
        <p:txBody>
          <a:bodyPr lIns="90000" tIns="46800" rIns="90000" bIns="46800" anchor="ctr">
            <a:noAutofit/>
          </a:bodyPr>
          <a:p>
            <a:pPr indent="0" algn="l">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imes New Roman"/>
            </a:endParaRPr>
          </a:p>
        </p:txBody>
      </p:sp>
      <p:sp>
        <p:nvSpPr>
          <p:cNvPr id="132" name="PlaceHolder 4"/>
          <p:cNvSpPr>
            <a:spLocks noGrp="1"/>
          </p:cNvSpPr>
          <p:nvPr>
            <p:ph type="ftr" idx="5"/>
          </p:nvPr>
        </p:nvSpPr>
        <p:spPr>
          <a:xfrm>
            <a:off x="3352680" y="6248520"/>
            <a:ext cx="2895840" cy="457200"/>
          </a:xfrm>
          <a:prstGeom prst="rect">
            <a:avLst/>
          </a:prstGeom>
          <a:noFill/>
          <a:ln w="0">
            <a:noFill/>
          </a:ln>
        </p:spPr>
        <p:txBody>
          <a:bodyPr lIns="90000" tIns="46800" rIns="90000" bIns="46800" anchor="ctr">
            <a:noAutofit/>
          </a:bodyPr>
          <a:p>
            <a:pPr indent="0" algn="l">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imes New Roman"/>
            </a:endParaRPr>
          </a:p>
        </p:txBody>
      </p:sp>
      <p:sp>
        <p:nvSpPr>
          <p:cNvPr id="133" name="PlaceHolder 5"/>
          <p:cNvSpPr>
            <a:spLocks noGrp="1"/>
          </p:cNvSpPr>
          <p:nvPr>
            <p:ph type="sldNum" idx="6"/>
          </p:nvPr>
        </p:nvSpPr>
        <p:spPr>
          <a:xfrm>
            <a:off x="6933960" y="6248520"/>
            <a:ext cx="1904760" cy="457200"/>
          </a:xfrm>
          <a:prstGeom prst="rect">
            <a:avLst/>
          </a:prstGeom>
          <a:noFill/>
          <a:ln w="0">
            <a:noFill/>
          </a:ln>
        </p:spPr>
        <p:txBody>
          <a:bodyPr lIns="90000" tIns="46800" rIns="90000" bIns="46800" anchor="ctr">
            <a:noAutofit/>
          </a:bodyPr>
          <a:lstStyle>
            <a:lvl1pPr indent="0" algn="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lang="en-US" sz="1400" b="0" u="none" strike="noStrike">
                <a:solidFill>
                  <a:srgbClr val="000000"/>
                </a:solidFill>
                <a:effectLst/>
                <a:uFillTx/>
                <a:latin typeface="Times New Roman"/>
                <a:ea typeface="宋体"/>
              </a:defRPr>
            </a:lvl1pPr>
          </a:lstStyle>
          <a:p>
            <a:pPr indent="0" algn="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D92A4BCF-D6FB-4FCE-B948-F7B33FD9313E}" type="slidenum">
              <a:rPr lang="en-US" sz="1400" b="0" u="none" strike="noStrike">
                <a:solidFill>
                  <a:srgbClr val="000000"/>
                </a:solidFill>
                <a:effectLst/>
                <a:uFillTx/>
                <a:latin typeface="Times New Roman"/>
                <a:ea typeface="宋体"/>
              </a:rPr>
              <a:t>&lt;编号&gt;</a:t>
            </a:fld>
            <a:endParaRPr lang="en-US" sz="1400" b="0" u="none" strike="noStrike">
              <a:solidFill>
                <a:srgbClr val="000000"/>
              </a:solidFill>
              <a:effectLst/>
              <a:uFillTx/>
              <a:latin typeface="Times New Roman"/>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
</Relationships>
</file>

<file path=ppt/slides/_rels/slide1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
</Relationships>
</file>

<file path=ppt/slides/_rels/slide2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
</Relationships>
</file>

<file path=ppt/slides/_rels/slide2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
</Relationships>
</file>

<file path=ppt/slides/_rels/slide2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
</Relationships>
</file>

<file path=ppt/slides/_rels/slide23.xml.rels><?xml version="1.0" encoding="UTF-8"?>
<Relationships xmlns="http://schemas.openxmlformats.org/package/2006/relationships"><Relationship Id="rId1" Type="http://schemas.openxmlformats.org/officeDocument/2006/relationships/package" Target="../embeddings/oleObject1.xlsx"/><Relationship Id="rId2" Type="http://schemas.openxmlformats.org/officeDocument/2006/relationships/image" Target="../media/image2.wmf"/><Relationship Id="rId3" Type="http://schemas.openxmlformats.org/officeDocument/2006/relationships/slideLayout" Target="../slideLayouts/slideLayout1.xml"/><Relationship Id="rId4" Type="http://schemas.openxmlformats.org/officeDocument/2006/relationships/notesSlide" Target="../notesSlides/notesSlide23.xml"/>
</Relationships>
</file>

<file path=ppt/slides/_rels/slide24.xml.rels><?xml version="1.0" encoding="UTF-8"?>
<Relationships xmlns="http://schemas.openxmlformats.org/package/2006/relationships"><Relationship Id="rId1" Type="http://schemas.openxmlformats.org/officeDocument/2006/relationships/package" Target="../embeddings/oleObject2.xlsx"/><Relationship Id="rId2" Type="http://schemas.openxmlformats.org/officeDocument/2006/relationships/image" Target="../media/image3.wmf"/><Relationship Id="rId3" Type="http://schemas.openxmlformats.org/officeDocument/2006/relationships/slideLayout" Target="../slideLayouts/slideLayout1.xml"/><Relationship Id="rId4" Type="http://schemas.openxmlformats.org/officeDocument/2006/relationships/notesSlide" Target="../notesSlides/notesSlide24.xml"/>
</Relationships>
</file>

<file path=ppt/slides/_rels/slide2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
</Relationships>
</file>

<file path=ppt/slides/_rels/slide2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1" name="PlaceHolder 1"/>
          <p:cNvSpPr>
            <a:spLocks noGrp="1"/>
          </p:cNvSpPr>
          <p:nvPr>
            <p:ph type="title"/>
          </p:nvPr>
        </p:nvSpPr>
        <p:spPr>
          <a:xfrm>
            <a:off x="685800" y="533160"/>
            <a:ext cx="7772400" cy="1143000"/>
          </a:xfrm>
          <a:prstGeom prst="rect">
            <a:avLst/>
          </a:prstGeom>
          <a:noFill/>
          <a:ln w="0">
            <a:noFill/>
          </a:ln>
        </p:spPr>
        <p:txBody>
          <a:bodyPr lIns="91440" tIns="45720" rIns="91440" bIns="45720" anchor="ctr">
            <a:noAutofit/>
          </a:bodyPr>
          <a:p>
            <a:pPr indent="0" algn="l">
              <a:lnSpc>
                <a:spcPct val="100000"/>
              </a:lnSpc>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4000" b="1" u="none" strike="noStrike">
                <a:solidFill>
                  <a:srgbClr val="FFFFFF"/>
                </a:solidFill>
                <a:effectLst/>
                <a:uFillTx/>
                <a:latin typeface="Tahoma"/>
                <a:ea typeface="宋体"/>
              </a:rPr>
              <a:t>停课与开除</a:t>
            </a:r>
            <a:endParaRPr lang="en-US" sz="4000" b="0" u="none" strike="noStrike">
              <a:solidFill>
                <a:srgbClr val="FFFFFF"/>
              </a:solidFill>
              <a:effectLst/>
              <a:uFillTx/>
              <a:latin typeface="Times New Roman"/>
            </a:endParaRPr>
          </a:p>
        </p:txBody>
      </p:sp>
      <p:sp>
        <p:nvSpPr>
          <p:cNvPr id="142" name="PlaceHolder 2"/>
          <p:cNvSpPr>
            <a:spLocks noGrp="1"/>
          </p:cNvSpPr>
          <p:nvPr>
            <p:ph/>
          </p:nvPr>
        </p:nvSpPr>
        <p:spPr>
          <a:xfrm>
            <a:off x="685800" y="2057400"/>
            <a:ext cx="7772400" cy="4114800"/>
          </a:xfrm>
          <a:prstGeom prst="rect">
            <a:avLst/>
          </a:prstGeom>
          <a:noFill/>
          <a:ln w="0">
            <a:noFill/>
          </a:ln>
        </p:spPr>
        <p:txBody>
          <a:bodyPr lIns="91440" tIns="45720" rIns="91440" bIns="45720" anchor="t">
            <a:normAutofit/>
          </a:bodyPr>
          <a:p>
            <a:pPr marL="343080" indent="-343080" algn="l">
              <a:lnSpc>
                <a:spcPct val="100000"/>
              </a:lnSpc>
              <a:spcBef>
                <a:spcPts val="90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3600" b="1" u="none" strike="noStrike">
                <a:solidFill>
                  <a:srgbClr val="000000"/>
                </a:solidFill>
                <a:effectLst/>
                <a:uFillTx/>
                <a:latin typeface="Tahoma"/>
                <a:ea typeface="宋体"/>
              </a:rPr>
              <a:t>Project EASIER </a:t>
            </a:r>
            <a:r>
              <a:rPr lang="zh-CN" sz="3600" b="1" u="none" strike="noStrike">
                <a:solidFill>
                  <a:srgbClr val="000000"/>
                </a:solidFill>
                <a:effectLst/>
                <a:uFillTx/>
                <a:latin typeface="Tahoma"/>
                <a:ea typeface="宋体"/>
              </a:rPr>
              <a:t>数据会议</a:t>
            </a:r>
            <a:endParaRPr lang="en-US" sz="3600" b="0" u="none" strike="noStrike">
              <a:solidFill>
                <a:srgbClr val="000000"/>
              </a:solidFill>
              <a:effectLst/>
              <a:uFillTx/>
              <a:latin typeface="Times New Roman"/>
            </a:endParaRPr>
          </a:p>
          <a:p>
            <a:pPr marL="343080" indent="-343080" algn="l">
              <a:lnSpc>
                <a:spcPct val="100000"/>
              </a:lnSpc>
              <a:spcBef>
                <a:spcPts val="90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3600" b="1" u="none" strike="noStrike">
                <a:solidFill>
                  <a:srgbClr val="000000"/>
                </a:solidFill>
                <a:effectLst/>
                <a:uFillTx/>
                <a:latin typeface="Tahoma"/>
                <a:ea typeface="宋体"/>
              </a:rPr>
              <a:t>2006 </a:t>
            </a:r>
            <a:r>
              <a:rPr lang="zh-CN" sz="3600" b="1" u="none" strike="noStrike">
                <a:solidFill>
                  <a:srgbClr val="000000"/>
                </a:solidFill>
                <a:effectLst/>
                <a:uFillTx/>
                <a:latin typeface="Tahoma"/>
                <a:ea typeface="宋体"/>
              </a:rPr>
              <a:t>年 </a:t>
            </a:r>
            <a:r>
              <a:rPr lang="en-US" sz="3600" b="1" u="none" strike="noStrike">
                <a:solidFill>
                  <a:srgbClr val="000000"/>
                </a:solidFill>
                <a:effectLst/>
                <a:uFillTx/>
                <a:latin typeface="Tahoma"/>
                <a:ea typeface="宋体"/>
              </a:rPr>
              <a:t>4 </a:t>
            </a:r>
            <a:r>
              <a:rPr lang="zh-CN" sz="3600" b="1" u="none" strike="noStrike">
                <a:solidFill>
                  <a:srgbClr val="000000"/>
                </a:solidFill>
                <a:effectLst/>
                <a:uFillTx/>
                <a:latin typeface="Tahoma"/>
                <a:ea typeface="宋体"/>
              </a:rPr>
              <a:t>月 </a:t>
            </a:r>
            <a:r>
              <a:rPr lang="en-US" sz="3600" b="1" u="none" strike="noStrike">
                <a:solidFill>
                  <a:srgbClr val="000000"/>
                </a:solidFill>
                <a:effectLst/>
                <a:uFillTx/>
                <a:latin typeface="Tahoma"/>
                <a:ea typeface="宋体"/>
              </a:rPr>
              <a:t>12 </a:t>
            </a:r>
            <a:r>
              <a:rPr lang="zh-CN" sz="3600" b="1" u="none" strike="noStrike">
                <a:solidFill>
                  <a:srgbClr val="000000"/>
                </a:solidFill>
                <a:effectLst/>
                <a:uFillTx/>
                <a:latin typeface="Tahoma"/>
                <a:ea typeface="宋体"/>
              </a:rPr>
              <a:t>日</a:t>
            </a:r>
            <a:endParaRPr lang="en-US" sz="36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3" name="PlaceHolder 1"/>
          <p:cNvSpPr>
            <a:spLocks noGrp="1"/>
          </p:cNvSpPr>
          <p:nvPr>
            <p:ph type="title"/>
          </p:nvPr>
        </p:nvSpPr>
        <p:spPr>
          <a:xfrm>
            <a:off x="685800" y="533160"/>
            <a:ext cx="7772400" cy="1143000"/>
          </a:xfrm>
          <a:prstGeom prst="rect">
            <a:avLst/>
          </a:prstGeom>
          <a:noFill/>
          <a:ln w="0">
            <a:noFill/>
          </a:ln>
        </p:spPr>
        <p:txBody>
          <a:bodyPr lIns="91440" tIns="45720" rIns="91440" bIns="45720" anchor="ctr">
            <a:noAutofit/>
          </a:bodyPr>
          <a:p>
            <a:pPr indent="0" algn="l">
              <a:lnSpc>
                <a:spcPct val="100000"/>
              </a:lnSpc>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4000" b="1" u="none" strike="noStrike">
                <a:solidFill>
                  <a:srgbClr val="FFFFFF"/>
                </a:solidFill>
                <a:effectLst/>
                <a:uFillTx/>
                <a:latin typeface="Tahoma"/>
                <a:ea typeface="宋体"/>
              </a:rPr>
              <a:t>停课与开除</a:t>
            </a:r>
            <a:endParaRPr lang="en-US" sz="4000" b="0" u="none" strike="noStrike">
              <a:solidFill>
                <a:srgbClr val="FFFFFF"/>
              </a:solidFill>
              <a:effectLst/>
              <a:uFillTx/>
              <a:latin typeface="Times New Roman"/>
            </a:endParaRPr>
          </a:p>
        </p:txBody>
      </p:sp>
      <p:sp>
        <p:nvSpPr>
          <p:cNvPr id="144" name="PlaceHolder 2"/>
          <p:cNvSpPr>
            <a:spLocks noGrp="1"/>
          </p:cNvSpPr>
          <p:nvPr>
            <p:ph/>
          </p:nvPr>
        </p:nvSpPr>
        <p:spPr>
          <a:xfrm>
            <a:off x="685800" y="2057400"/>
            <a:ext cx="7772400" cy="4114800"/>
          </a:xfrm>
          <a:prstGeom prst="rect">
            <a:avLst/>
          </a:prstGeom>
          <a:noFill/>
          <a:ln w="0">
            <a:noFill/>
          </a:ln>
        </p:spPr>
        <p:txBody>
          <a:bodyPr lIns="91440" tIns="45720" rIns="91440" bIns="45720" anchor="t">
            <a:normAutofit fontScale="47500" lnSpcReduction="19999"/>
          </a:bodyPr>
          <a:p>
            <a:pPr marL="343080" indent="-343080" algn="ctr">
              <a:lnSpc>
                <a:spcPct val="100000"/>
              </a:lnSpc>
              <a:spcBef>
                <a:spcPts val="850"/>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3400" b="1" u="none" strike="noStrike">
                <a:solidFill>
                  <a:srgbClr val="000000"/>
                </a:solidFill>
                <a:effectLst/>
                <a:uFillTx/>
                <a:latin typeface="Tahoma"/>
                <a:ea typeface="宋体"/>
              </a:rPr>
              <a:t>概览</a:t>
            </a:r>
            <a:endParaRPr lang="en-US" sz="3400" b="0" u="none" strike="noStrike">
              <a:solidFill>
                <a:srgbClr val="000000"/>
              </a:solidFill>
              <a:effectLst/>
              <a:uFillTx/>
              <a:latin typeface="Times New Roman"/>
            </a:endParaRPr>
          </a:p>
          <a:p>
            <a:pPr marL="343080" indent="-343080" algn="ctr">
              <a:lnSpc>
                <a:spcPct val="100000"/>
              </a:lnSpc>
              <a:spcBef>
                <a:spcPts val="850"/>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3400" b="0" u="none" strike="noStrike">
              <a:solidFill>
                <a:srgbClr val="000000"/>
              </a:solidFill>
              <a:effectLst/>
              <a:uFillTx/>
              <a:latin typeface="Times New Roman"/>
            </a:endParaRPr>
          </a:p>
          <a:p>
            <a:pPr marL="343080" indent="-343080" algn="ctr">
              <a:lnSpc>
                <a:spcPct val="100000"/>
              </a:lnSpc>
              <a:spcBef>
                <a:spcPts val="850"/>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3400" b="1" u="none" strike="noStrike">
                <a:solidFill>
                  <a:srgbClr val="000000"/>
                </a:solidFill>
                <a:effectLst/>
                <a:uFillTx/>
                <a:latin typeface="Tahoma"/>
                <a:ea typeface="宋体"/>
              </a:rPr>
              <a:t>数据要素</a:t>
            </a:r>
            <a:endParaRPr lang="en-US" sz="3400" b="0" u="none" strike="noStrike">
              <a:solidFill>
                <a:srgbClr val="000000"/>
              </a:solidFill>
              <a:effectLst/>
              <a:uFillTx/>
              <a:latin typeface="Times New Roman"/>
            </a:endParaRPr>
          </a:p>
          <a:p>
            <a:pPr marL="343080" indent="-343080" algn="ctr">
              <a:lnSpc>
                <a:spcPct val="100000"/>
              </a:lnSpc>
              <a:spcBef>
                <a:spcPts val="850"/>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3400" b="0" u="none" strike="noStrike">
              <a:solidFill>
                <a:srgbClr val="000000"/>
              </a:solidFill>
              <a:effectLst/>
              <a:uFillTx/>
              <a:latin typeface="Times New Roman"/>
            </a:endParaRPr>
          </a:p>
          <a:p>
            <a:pPr marL="343080" indent="-343080" algn="ctr">
              <a:lnSpc>
                <a:spcPct val="100000"/>
              </a:lnSpc>
              <a:spcBef>
                <a:spcPts val="850"/>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3400" b="1" u="none" strike="noStrike">
                <a:solidFill>
                  <a:srgbClr val="000000"/>
                </a:solidFill>
                <a:effectLst/>
                <a:uFillTx/>
                <a:latin typeface="Tahoma"/>
                <a:ea typeface="宋体"/>
              </a:rPr>
              <a:t>常见错误</a:t>
            </a:r>
            <a:endParaRPr lang="en-US" sz="3400" b="0" u="none" strike="noStrike">
              <a:solidFill>
                <a:srgbClr val="000000"/>
              </a:solidFill>
              <a:effectLst/>
              <a:uFillTx/>
              <a:latin typeface="Times New Roman"/>
            </a:endParaRPr>
          </a:p>
          <a:p>
            <a:pPr marL="343080" indent="-343080" algn="ctr">
              <a:lnSpc>
                <a:spcPct val="100000"/>
              </a:lnSpc>
              <a:spcBef>
                <a:spcPts val="850"/>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3400" b="0" u="none" strike="noStrike">
              <a:solidFill>
                <a:srgbClr val="000000"/>
              </a:solidFill>
              <a:effectLst/>
              <a:uFillTx/>
              <a:latin typeface="Times New Roman"/>
            </a:endParaRPr>
          </a:p>
          <a:p>
            <a:pPr marL="343080" indent="-343080" algn="ctr">
              <a:lnSpc>
                <a:spcPct val="100000"/>
              </a:lnSpc>
              <a:spcBef>
                <a:spcPts val="850"/>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3400" b="1" u="none" strike="noStrike">
                <a:solidFill>
                  <a:srgbClr val="000000"/>
                </a:solidFill>
                <a:effectLst/>
                <a:uFillTx/>
                <a:latin typeface="Tahoma"/>
                <a:ea typeface="宋体"/>
              </a:rPr>
              <a:t>既往结果</a:t>
            </a:r>
            <a:endParaRPr lang="en-US" sz="3400" b="0" u="none" strike="noStrike">
              <a:solidFill>
                <a:srgbClr val="000000"/>
              </a:solidFill>
              <a:effectLst/>
              <a:uFillTx/>
              <a:latin typeface="Times New Roman"/>
            </a:endParaRPr>
          </a:p>
          <a:p>
            <a:pPr marL="343080" indent="-343080" algn="ctr">
              <a:lnSpc>
                <a:spcPct val="100000"/>
              </a:lnSpc>
              <a:spcBef>
                <a:spcPts val="850"/>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3400" b="0" u="none" strike="noStrike">
              <a:solidFill>
                <a:srgbClr val="000000"/>
              </a:solidFill>
              <a:effectLst/>
              <a:uFillTx/>
              <a:latin typeface="Times New Roman"/>
            </a:endParaRPr>
          </a:p>
          <a:p>
            <a:pPr marL="343080" indent="-343080" algn="ctr">
              <a:lnSpc>
                <a:spcPct val="100000"/>
              </a:lnSpc>
              <a:spcBef>
                <a:spcPts val="850"/>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3400" b="1" u="none" strike="noStrike">
                <a:solidFill>
                  <a:srgbClr val="000000"/>
                </a:solidFill>
                <a:effectLst/>
                <a:uFillTx/>
                <a:latin typeface="Tahoma"/>
                <a:ea typeface="宋体"/>
              </a:rPr>
              <a:t>安全与无毒品学校</a:t>
            </a:r>
            <a:endParaRPr lang="en-US" sz="3400" b="0" u="none" strike="noStrike">
              <a:solidFill>
                <a:srgbClr val="000000"/>
              </a:solidFill>
              <a:effectLst/>
              <a:uFillTx/>
              <a:latin typeface="Times New Roman"/>
            </a:endParaRPr>
          </a:p>
          <a:p>
            <a:pPr marL="343080" indent="-343080" algn="ctr">
              <a:lnSpc>
                <a:spcPct val="100000"/>
              </a:lnSpc>
              <a:spcBef>
                <a:spcPts val="850"/>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3400" b="0" u="none" strike="noStrike">
              <a:solidFill>
                <a:srgbClr val="000000"/>
              </a:solidFill>
              <a:effectLst/>
              <a:uFillTx/>
              <a:latin typeface="Times New Roman"/>
            </a:endParaRPr>
          </a:p>
          <a:p>
            <a:pPr marL="343080" indent="-343080" algn="ctr">
              <a:lnSpc>
                <a:spcPct val="100000"/>
              </a:lnSpc>
              <a:spcBef>
                <a:spcPts val="850"/>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3400" b="1" u="none" strike="noStrike">
                <a:solidFill>
                  <a:srgbClr val="000000"/>
                </a:solidFill>
                <a:effectLst/>
                <a:uFillTx/>
                <a:latin typeface="Tahoma"/>
                <a:ea typeface="宋体"/>
              </a:rPr>
              <a:t>特殊教育</a:t>
            </a:r>
            <a:endParaRPr lang="en-US" sz="34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5" name="PlaceHolder 1"/>
          <p:cNvSpPr>
            <a:spLocks noGrp="1"/>
          </p:cNvSpPr>
          <p:nvPr>
            <p:ph type="title"/>
          </p:nvPr>
        </p:nvSpPr>
        <p:spPr>
          <a:xfrm>
            <a:off x="685800" y="533160"/>
            <a:ext cx="7772400" cy="1143000"/>
          </a:xfrm>
          <a:prstGeom prst="rect">
            <a:avLst/>
          </a:prstGeom>
          <a:noFill/>
          <a:ln w="0">
            <a:noFill/>
          </a:ln>
        </p:spPr>
        <p:txBody>
          <a:bodyPr lIns="91440" tIns="45720" rIns="91440" bIns="45720" anchor="ctr">
            <a:noAutofit/>
          </a:bodyPr>
          <a:p>
            <a:pPr indent="0" algn="l">
              <a:lnSpc>
                <a:spcPct val="100000"/>
              </a:lnSpc>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4000" b="1" u="none" strike="noStrike">
                <a:solidFill>
                  <a:srgbClr val="FFFFFF"/>
                </a:solidFill>
                <a:effectLst/>
                <a:uFillTx/>
                <a:latin typeface="Tahoma"/>
                <a:ea typeface="宋体"/>
              </a:rPr>
              <a:t>停课与开除</a:t>
            </a:r>
            <a:endParaRPr lang="en-US" sz="4000" b="0" u="none" strike="noStrike">
              <a:solidFill>
                <a:srgbClr val="FFFFFF"/>
              </a:solidFill>
              <a:effectLst/>
              <a:uFillTx/>
              <a:latin typeface="Times New Roman"/>
            </a:endParaRPr>
          </a:p>
        </p:txBody>
      </p:sp>
      <p:sp>
        <p:nvSpPr>
          <p:cNvPr id="146" name="PlaceHolder 2"/>
          <p:cNvSpPr>
            <a:spLocks noGrp="1"/>
          </p:cNvSpPr>
          <p:nvPr>
            <p:ph/>
          </p:nvPr>
        </p:nvSpPr>
        <p:spPr>
          <a:xfrm>
            <a:off x="685800" y="2057400"/>
            <a:ext cx="7772400" cy="4114800"/>
          </a:xfrm>
          <a:prstGeom prst="rect">
            <a:avLst/>
          </a:prstGeom>
          <a:noFill/>
          <a:ln w="0">
            <a:noFill/>
          </a:ln>
        </p:spPr>
        <p:txBody>
          <a:bodyPr lIns="91440" tIns="45720" rIns="91440" bIns="45720" anchor="t">
            <a:normAutofit fontScale="92500" lnSpcReduction="9999"/>
          </a:bodyPr>
          <a:p>
            <a:pPr marL="343080" indent="-343080" algn="ctr">
              <a:lnSpc>
                <a:spcPct val="100000"/>
              </a:lnSpc>
              <a:spcBef>
                <a:spcPts val="850"/>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3400" b="1" u="none" strike="noStrike">
                <a:solidFill>
                  <a:srgbClr val="000000"/>
                </a:solidFill>
                <a:effectLst/>
                <a:uFillTx/>
                <a:latin typeface="Tahoma"/>
                <a:ea typeface="宋体"/>
              </a:rPr>
              <a:t>数据要素</a:t>
            </a:r>
            <a:endParaRPr lang="en-US" sz="3400" b="0" u="none" strike="noStrike">
              <a:solidFill>
                <a:srgbClr val="000000"/>
              </a:solidFill>
              <a:effectLst/>
              <a:uFillTx/>
              <a:latin typeface="Times New Roman"/>
            </a:endParaRPr>
          </a:p>
          <a:p>
            <a:pPr marL="343080" indent="-343080" algn="ctr">
              <a:lnSpc>
                <a:spcPct val="100000"/>
              </a:lnSpc>
              <a:spcBef>
                <a:spcPts val="850"/>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3400" b="0" u="none" strike="noStrike">
              <a:solidFill>
                <a:srgbClr val="000000"/>
              </a:solidFill>
              <a:effectLst/>
              <a:uFillTx/>
              <a:latin typeface="Times New Roman"/>
            </a:endParaRPr>
          </a:p>
          <a:p>
            <a:pPr marL="343080" indent="-343080" algn="ctr">
              <a:lnSpc>
                <a:spcPct val="100000"/>
              </a:lnSpc>
              <a:spcBef>
                <a:spcPts val="850"/>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3400" b="1" u="none" strike="noStrike">
                <a:solidFill>
                  <a:srgbClr val="000000"/>
                </a:solidFill>
                <a:effectLst/>
                <a:uFillTx/>
                <a:latin typeface="Tahoma"/>
                <a:ea typeface="宋体"/>
              </a:rPr>
              <a:t>移出处置类型 </a:t>
            </a:r>
            <a:r>
              <a:rPr lang="en-US" sz="3400" b="1" u="none" strike="noStrike">
                <a:solidFill>
                  <a:srgbClr val="000000"/>
                </a:solidFill>
                <a:effectLst/>
                <a:uFillTx/>
                <a:latin typeface="Tahoma"/>
                <a:ea typeface="宋体"/>
              </a:rPr>
              <a:t>- </a:t>
            </a:r>
            <a:r>
              <a:rPr lang="zh-CN" sz="3400" b="1" u="none" strike="noStrike">
                <a:solidFill>
                  <a:srgbClr val="000000"/>
                </a:solidFill>
                <a:effectLst/>
                <a:uFillTx/>
                <a:latin typeface="Tahoma"/>
                <a:ea typeface="宋体"/>
              </a:rPr>
              <a:t>学生被移出课堂的类型</a:t>
            </a:r>
            <a:endParaRPr lang="en-US" sz="3400" b="0" u="none" strike="noStrike">
              <a:solidFill>
                <a:srgbClr val="000000"/>
              </a:solidFill>
              <a:effectLst/>
              <a:uFillTx/>
              <a:latin typeface="Times New Roman"/>
            </a:endParaRPr>
          </a:p>
          <a:p>
            <a:pPr marL="343080" indent="-343080" algn="ctr">
              <a:lnSpc>
                <a:spcPct val="100000"/>
              </a:lnSpc>
              <a:spcBef>
                <a:spcPts val="850"/>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3400" b="1" u="none" strike="noStrike">
                <a:solidFill>
                  <a:srgbClr val="000000"/>
                </a:solidFill>
                <a:effectLst/>
                <a:uFillTx/>
                <a:latin typeface="Tahoma"/>
                <a:ea typeface="宋体"/>
              </a:rPr>
              <a:t>校外停课</a:t>
            </a:r>
            <a:endParaRPr lang="en-US" sz="3400" b="0" u="none" strike="noStrike">
              <a:solidFill>
                <a:srgbClr val="000000"/>
              </a:solidFill>
              <a:effectLst/>
              <a:uFillTx/>
              <a:latin typeface="Times New Roman"/>
            </a:endParaRPr>
          </a:p>
          <a:p>
            <a:pPr marL="343080" indent="-343080" algn="ctr">
              <a:lnSpc>
                <a:spcPct val="100000"/>
              </a:lnSpc>
              <a:spcBef>
                <a:spcPts val="850"/>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3400" b="1" u="none" strike="noStrike">
                <a:solidFill>
                  <a:srgbClr val="000000"/>
                </a:solidFill>
                <a:effectLst/>
                <a:uFillTx/>
                <a:latin typeface="Tahoma"/>
                <a:ea typeface="宋体"/>
              </a:rPr>
              <a:t>开除</a:t>
            </a:r>
            <a:endParaRPr lang="en-US" sz="3400" b="0" u="none" strike="noStrike">
              <a:solidFill>
                <a:srgbClr val="000000"/>
              </a:solidFill>
              <a:effectLst/>
              <a:uFillTx/>
              <a:latin typeface="Times New Roman"/>
            </a:endParaRPr>
          </a:p>
          <a:p>
            <a:pPr marL="343080" indent="-343080" algn="ctr">
              <a:lnSpc>
                <a:spcPct val="100000"/>
              </a:lnSpc>
              <a:spcBef>
                <a:spcPts val="850"/>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3400" b="1" u="none" strike="noStrike">
                <a:solidFill>
                  <a:srgbClr val="000000"/>
                </a:solidFill>
                <a:effectLst/>
                <a:uFillTx/>
                <a:latin typeface="Tahoma"/>
                <a:ea typeface="宋体"/>
              </a:rPr>
              <a:t>转入临时教育安置</a:t>
            </a:r>
            <a:endParaRPr lang="en-US" sz="34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7" name="PlaceHolder 1"/>
          <p:cNvSpPr>
            <a:spLocks noGrp="1"/>
          </p:cNvSpPr>
          <p:nvPr>
            <p:ph type="title"/>
          </p:nvPr>
        </p:nvSpPr>
        <p:spPr>
          <a:xfrm>
            <a:off x="685800" y="533160"/>
            <a:ext cx="7772400" cy="1143000"/>
          </a:xfrm>
          <a:prstGeom prst="rect">
            <a:avLst/>
          </a:prstGeom>
          <a:noFill/>
          <a:ln w="0">
            <a:noFill/>
          </a:ln>
        </p:spPr>
        <p:txBody>
          <a:bodyPr lIns="91440" tIns="45720" rIns="91440" bIns="45720" anchor="ctr">
            <a:noAutofit/>
          </a:bodyPr>
          <a:p>
            <a:pPr indent="0" algn="l">
              <a:lnSpc>
                <a:spcPct val="100000"/>
              </a:lnSpc>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4000" b="1" u="none" strike="noStrike">
                <a:solidFill>
                  <a:srgbClr val="FFFFFF"/>
                </a:solidFill>
                <a:effectLst/>
                <a:uFillTx/>
                <a:latin typeface="Tahoma"/>
                <a:ea typeface="宋体"/>
              </a:rPr>
              <a:t>停课与开除</a:t>
            </a:r>
            <a:endParaRPr lang="en-US" sz="4000" b="0" u="none" strike="noStrike">
              <a:solidFill>
                <a:srgbClr val="FFFFFF"/>
              </a:solidFill>
              <a:effectLst/>
              <a:uFillTx/>
              <a:latin typeface="Times New Roman"/>
            </a:endParaRPr>
          </a:p>
        </p:txBody>
      </p:sp>
      <p:sp>
        <p:nvSpPr>
          <p:cNvPr id="148" name="PlaceHolder 2"/>
          <p:cNvSpPr>
            <a:spLocks noGrp="1"/>
          </p:cNvSpPr>
          <p:nvPr>
            <p:ph/>
          </p:nvPr>
        </p:nvSpPr>
        <p:spPr>
          <a:xfrm>
            <a:off x="685800" y="2057400"/>
            <a:ext cx="7772400" cy="4114800"/>
          </a:xfrm>
          <a:prstGeom prst="rect">
            <a:avLst/>
          </a:prstGeom>
          <a:noFill/>
          <a:ln w="0">
            <a:noFill/>
          </a:ln>
        </p:spPr>
        <p:txBody>
          <a:bodyPr lIns="91440" tIns="45720" rIns="91440" bIns="45720" anchor="t">
            <a:normAutofit fontScale="85000" lnSpcReduction="9999"/>
          </a:bodyPr>
          <a:p>
            <a:pPr marL="343080" indent="-343080" algn="ctr">
              <a:lnSpc>
                <a:spcPct val="90000"/>
              </a:lnSpc>
              <a:spcBef>
                <a:spcPts val="75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3000" b="1" u="none" strike="noStrike">
                <a:solidFill>
                  <a:srgbClr val="000000"/>
                </a:solidFill>
                <a:effectLst/>
                <a:uFillTx/>
                <a:latin typeface="Tahoma"/>
                <a:ea typeface="宋体"/>
              </a:rPr>
              <a:t>数据要素</a:t>
            </a:r>
            <a:endParaRPr lang="en-US" sz="3000" b="0" u="none" strike="noStrike">
              <a:solidFill>
                <a:srgbClr val="000000"/>
              </a:solidFill>
              <a:effectLst/>
              <a:uFillTx/>
              <a:latin typeface="Times New Roman"/>
            </a:endParaRPr>
          </a:p>
          <a:p>
            <a:pPr marL="343080" indent="-343080" algn="ctr">
              <a:lnSpc>
                <a:spcPct val="90000"/>
              </a:lnSpc>
              <a:spcBef>
                <a:spcPts val="75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3000" b="0" u="none" strike="noStrike">
              <a:solidFill>
                <a:srgbClr val="000000"/>
              </a:solidFill>
              <a:effectLst/>
              <a:uFillTx/>
              <a:latin typeface="Times New Roman"/>
            </a:endParaRPr>
          </a:p>
          <a:p>
            <a:pPr marL="343080" indent="-343080" algn="ctr">
              <a:lnSpc>
                <a:spcPct val="90000"/>
              </a:lnSpc>
              <a:spcBef>
                <a:spcPts val="75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3000" b="1" u="none" strike="noStrike">
                <a:solidFill>
                  <a:srgbClr val="000000"/>
                </a:solidFill>
                <a:effectLst/>
                <a:uFillTx/>
                <a:latin typeface="Tahoma"/>
                <a:ea typeface="宋体"/>
              </a:rPr>
              <a:t>移除原因 </a:t>
            </a:r>
            <a:r>
              <a:rPr lang="en-US" sz="3000" b="1" u="none" strike="noStrike">
                <a:solidFill>
                  <a:srgbClr val="000000"/>
                </a:solidFill>
                <a:effectLst/>
                <a:uFillTx/>
                <a:latin typeface="Tahoma"/>
                <a:ea typeface="宋体"/>
              </a:rPr>
              <a:t>- </a:t>
            </a:r>
            <a:r>
              <a:rPr lang="zh-CN" sz="3000" b="1" u="none" strike="noStrike">
                <a:solidFill>
                  <a:srgbClr val="000000"/>
                </a:solidFill>
                <a:effectLst/>
                <a:uFillTx/>
                <a:latin typeface="Tahoma"/>
                <a:ea typeface="宋体"/>
              </a:rPr>
              <a:t>学生被移出课堂的主要原因</a:t>
            </a:r>
            <a:endParaRPr lang="en-US" sz="3000" b="0" u="none" strike="noStrike">
              <a:solidFill>
                <a:srgbClr val="000000"/>
              </a:solidFill>
              <a:effectLst/>
              <a:uFillTx/>
              <a:latin typeface="Times New Roman"/>
            </a:endParaRPr>
          </a:p>
          <a:p>
            <a:pPr marL="343080" indent="-343080" algn="ctr">
              <a:lnSpc>
                <a:spcPct val="90000"/>
              </a:lnSpc>
              <a:spcBef>
                <a:spcPts val="75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3000" b="1" u="none" strike="noStrike">
                <a:solidFill>
                  <a:srgbClr val="000000"/>
                </a:solidFill>
                <a:effectLst/>
                <a:uFillTx/>
                <a:latin typeface="Tahoma"/>
                <a:ea typeface="宋体"/>
              </a:rPr>
              <a:t>与毒品相关</a:t>
            </a:r>
            <a:endParaRPr lang="en-US" sz="3000" b="0" u="none" strike="noStrike">
              <a:solidFill>
                <a:srgbClr val="000000"/>
              </a:solidFill>
              <a:effectLst/>
              <a:uFillTx/>
              <a:latin typeface="Times New Roman"/>
            </a:endParaRPr>
          </a:p>
          <a:p>
            <a:pPr marL="343080" indent="-343080" algn="ctr">
              <a:lnSpc>
                <a:spcPct val="90000"/>
              </a:lnSpc>
              <a:spcBef>
                <a:spcPts val="75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3000" b="1" u="none" strike="noStrike">
                <a:solidFill>
                  <a:srgbClr val="000000"/>
                </a:solidFill>
                <a:effectLst/>
                <a:uFillTx/>
                <a:latin typeface="Tahoma"/>
                <a:ea typeface="宋体"/>
              </a:rPr>
              <a:t>与酒精相关</a:t>
            </a:r>
            <a:endParaRPr lang="en-US" sz="3000" b="0" u="none" strike="noStrike">
              <a:solidFill>
                <a:srgbClr val="000000"/>
              </a:solidFill>
              <a:effectLst/>
              <a:uFillTx/>
              <a:latin typeface="Times New Roman"/>
            </a:endParaRPr>
          </a:p>
          <a:p>
            <a:pPr marL="343080" indent="-343080" algn="ctr">
              <a:lnSpc>
                <a:spcPct val="90000"/>
              </a:lnSpc>
              <a:spcBef>
                <a:spcPts val="75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3000" b="1" u="none" strike="noStrike">
                <a:solidFill>
                  <a:srgbClr val="000000"/>
                </a:solidFill>
                <a:effectLst/>
                <a:uFillTx/>
                <a:latin typeface="Tahoma"/>
                <a:ea typeface="宋体"/>
              </a:rPr>
              <a:t>同时与毒品和酒精相关</a:t>
            </a:r>
            <a:endParaRPr lang="en-US" sz="3000" b="0" u="none" strike="noStrike">
              <a:solidFill>
                <a:srgbClr val="000000"/>
              </a:solidFill>
              <a:effectLst/>
              <a:uFillTx/>
              <a:latin typeface="Times New Roman"/>
            </a:endParaRPr>
          </a:p>
          <a:p>
            <a:pPr marL="343080" indent="-343080" algn="ctr">
              <a:lnSpc>
                <a:spcPct val="90000"/>
              </a:lnSpc>
              <a:spcBef>
                <a:spcPts val="75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3000" b="1" u="none" strike="noStrike">
                <a:solidFill>
                  <a:srgbClr val="000000"/>
                </a:solidFill>
                <a:effectLst/>
                <a:uFillTx/>
                <a:latin typeface="Tahoma"/>
                <a:ea typeface="宋体"/>
              </a:rPr>
              <a:t>与武器相关</a:t>
            </a:r>
            <a:endParaRPr lang="en-US" sz="3000" b="0" u="none" strike="noStrike">
              <a:solidFill>
                <a:srgbClr val="000000"/>
              </a:solidFill>
              <a:effectLst/>
              <a:uFillTx/>
              <a:latin typeface="Times New Roman"/>
            </a:endParaRPr>
          </a:p>
          <a:p>
            <a:pPr marL="343080" indent="-343080" algn="ctr">
              <a:lnSpc>
                <a:spcPct val="90000"/>
              </a:lnSpc>
              <a:spcBef>
                <a:spcPts val="75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3000" b="1" u="none" strike="noStrike">
                <a:solidFill>
                  <a:srgbClr val="000000"/>
                </a:solidFill>
                <a:effectLst/>
                <a:uFillTx/>
                <a:latin typeface="Tahoma"/>
                <a:ea typeface="宋体"/>
              </a:rPr>
              <a:t>行政法官、法院行动或听证官决定</a:t>
            </a:r>
            <a:endParaRPr lang="en-US" sz="3000" b="0" u="none" strike="noStrike">
              <a:solidFill>
                <a:srgbClr val="000000"/>
              </a:solidFill>
              <a:effectLst/>
              <a:uFillTx/>
              <a:latin typeface="Times New Roman"/>
            </a:endParaRPr>
          </a:p>
          <a:p>
            <a:pPr marL="343080" indent="-343080" algn="ctr">
              <a:lnSpc>
                <a:spcPct val="90000"/>
              </a:lnSpc>
              <a:spcBef>
                <a:spcPts val="75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3000" b="1" u="none" strike="noStrike">
                <a:solidFill>
                  <a:srgbClr val="000000"/>
                </a:solidFill>
                <a:effectLst/>
                <a:uFillTx/>
                <a:latin typeface="Tahoma"/>
                <a:ea typeface="宋体"/>
              </a:rPr>
              <a:t>肢体冲突</a:t>
            </a:r>
            <a:endParaRPr lang="en-US" sz="3000" b="0" u="none" strike="noStrike">
              <a:solidFill>
                <a:srgbClr val="000000"/>
              </a:solidFill>
              <a:effectLst/>
              <a:uFillTx/>
              <a:latin typeface="Times New Roman"/>
            </a:endParaRPr>
          </a:p>
          <a:p>
            <a:pPr marL="343080" indent="-343080" algn="ctr">
              <a:lnSpc>
                <a:spcPct val="90000"/>
              </a:lnSpc>
              <a:spcBef>
                <a:spcPts val="75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3000" b="1" u="none" strike="noStrike">
                <a:solidFill>
                  <a:srgbClr val="000000"/>
                </a:solidFill>
                <a:effectLst/>
                <a:uFillTx/>
                <a:latin typeface="Tahoma"/>
                <a:ea typeface="宋体"/>
              </a:rPr>
              <a:t>非毒品、非武器相关，且不属于上述类别的其他原因</a:t>
            </a:r>
            <a:endParaRPr lang="en-US" sz="30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9" name="PlaceHolder 1"/>
          <p:cNvSpPr>
            <a:spLocks noGrp="1"/>
          </p:cNvSpPr>
          <p:nvPr>
            <p:ph type="title"/>
          </p:nvPr>
        </p:nvSpPr>
        <p:spPr>
          <a:xfrm>
            <a:off x="685800" y="533160"/>
            <a:ext cx="7772400" cy="1143000"/>
          </a:xfrm>
          <a:prstGeom prst="rect">
            <a:avLst/>
          </a:prstGeom>
          <a:noFill/>
          <a:ln w="0">
            <a:noFill/>
          </a:ln>
        </p:spPr>
        <p:txBody>
          <a:bodyPr lIns="91440" tIns="45720" rIns="91440" bIns="45720" anchor="ctr">
            <a:noAutofit/>
          </a:bodyPr>
          <a:p>
            <a:pPr indent="0" algn="l">
              <a:lnSpc>
                <a:spcPct val="100000"/>
              </a:lnSpc>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4000" b="1" u="none" strike="noStrike">
                <a:solidFill>
                  <a:srgbClr val="FFFFFF"/>
                </a:solidFill>
                <a:effectLst/>
                <a:uFillTx/>
                <a:latin typeface="Tahoma"/>
                <a:ea typeface="宋体"/>
              </a:rPr>
              <a:t>停课与开除</a:t>
            </a:r>
            <a:endParaRPr lang="en-US" sz="4000" b="0" u="none" strike="noStrike">
              <a:solidFill>
                <a:srgbClr val="FFFFFF"/>
              </a:solidFill>
              <a:effectLst/>
              <a:uFillTx/>
              <a:latin typeface="Times New Roman"/>
            </a:endParaRPr>
          </a:p>
        </p:txBody>
      </p:sp>
      <p:sp>
        <p:nvSpPr>
          <p:cNvPr id="150" name="PlaceHolder 2"/>
          <p:cNvSpPr>
            <a:spLocks noGrp="1"/>
          </p:cNvSpPr>
          <p:nvPr>
            <p:ph/>
          </p:nvPr>
        </p:nvSpPr>
        <p:spPr>
          <a:xfrm>
            <a:off x="685800" y="2057400"/>
            <a:ext cx="7772400" cy="4114800"/>
          </a:xfrm>
          <a:prstGeom prst="rect">
            <a:avLst/>
          </a:prstGeom>
          <a:noFill/>
          <a:ln w="0">
            <a:noFill/>
          </a:ln>
        </p:spPr>
        <p:txBody>
          <a:bodyPr lIns="91440" tIns="45720" rIns="91440" bIns="45720" anchor="t">
            <a:normAutofit fontScale="77500" lnSpcReduction="19999"/>
          </a:bodyPr>
          <a:p>
            <a:pPr marL="743040" lvl="1" indent="-285840" algn="ctr">
              <a:lnSpc>
                <a:spcPct val="90000"/>
              </a:lnSpc>
              <a:spcBef>
                <a:spcPts val="75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3000" b="1" u="none" strike="noStrike">
                <a:solidFill>
                  <a:srgbClr val="000000"/>
                </a:solidFill>
                <a:effectLst/>
                <a:uFillTx/>
                <a:latin typeface="Tahoma"/>
                <a:ea typeface="宋体"/>
              </a:rPr>
              <a:t>数据要素</a:t>
            </a:r>
            <a:endParaRPr lang="en-US" sz="3000" b="0" u="none" strike="noStrike">
              <a:solidFill>
                <a:srgbClr val="000000"/>
              </a:solidFill>
              <a:effectLst/>
              <a:uFillTx/>
              <a:latin typeface="Times New Roman"/>
            </a:endParaRPr>
          </a:p>
          <a:p>
            <a:pPr marL="743040" lvl="1" indent="-285840" algn="ctr">
              <a:lnSpc>
                <a:spcPct val="90000"/>
              </a:lnSpc>
              <a:spcBef>
                <a:spcPts val="75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3000" b="0" u="none" strike="noStrike">
              <a:solidFill>
                <a:srgbClr val="000000"/>
              </a:solidFill>
              <a:effectLst/>
              <a:uFillTx/>
              <a:latin typeface="Times New Roman"/>
            </a:endParaRPr>
          </a:p>
          <a:p>
            <a:pPr marL="743040" lvl="1" indent="-285840" algn="ctr">
              <a:lnSpc>
                <a:spcPct val="90000"/>
              </a:lnSpc>
              <a:spcBef>
                <a:spcPts val="75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3000" b="1" u="none" strike="noStrike">
                <a:solidFill>
                  <a:srgbClr val="000000"/>
                </a:solidFill>
                <a:effectLst/>
                <a:uFillTx/>
                <a:latin typeface="Tahoma"/>
                <a:ea typeface="宋体"/>
              </a:rPr>
              <a:t>暴力相关指标</a:t>
            </a:r>
            <a:endParaRPr lang="en-US" sz="3000" b="0" u="none" strike="noStrike">
              <a:solidFill>
                <a:srgbClr val="000000"/>
              </a:solidFill>
              <a:effectLst/>
              <a:uFillTx/>
              <a:latin typeface="Times New Roman"/>
            </a:endParaRPr>
          </a:p>
          <a:p>
            <a:pPr marL="743040" lvl="1" indent="-285840" algn="ctr">
              <a:lnSpc>
                <a:spcPct val="90000"/>
              </a:lnSpc>
              <a:spcBef>
                <a:spcPts val="75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3000" b="1" u="none" strike="noStrike">
                <a:solidFill>
                  <a:srgbClr val="000000"/>
                </a:solidFill>
                <a:effectLst/>
                <a:uFillTx/>
                <a:latin typeface="Tahoma"/>
                <a:ea typeface="宋体"/>
              </a:rPr>
              <a:t>当地学校董事会认定学生在学校或学校主办活动中实施以下行为之一，造成或威胁造成其他学生身体伤害：</a:t>
            </a:r>
            <a:endParaRPr lang="en-US" sz="3000" b="0" u="none" strike="noStrike">
              <a:solidFill>
                <a:srgbClr val="000000"/>
              </a:solidFill>
              <a:effectLst/>
              <a:uFillTx/>
              <a:latin typeface="Times New Roman"/>
            </a:endParaRPr>
          </a:p>
          <a:p>
            <a:pPr marL="743040" lvl="1" indent="-285840" algn="ctr">
              <a:lnSpc>
                <a:spcPct val="90000"/>
              </a:lnSpc>
              <a:spcBef>
                <a:spcPts val="75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3000" b="1" u="none" strike="noStrike">
                <a:solidFill>
                  <a:srgbClr val="000000"/>
                </a:solidFill>
                <a:effectLst/>
                <a:uFillTx/>
                <a:latin typeface="Tahoma"/>
                <a:ea typeface="宋体"/>
              </a:rPr>
              <a:t>强制性重罪</a:t>
            </a:r>
            <a:endParaRPr lang="en-US" sz="3000" b="0" u="none" strike="noStrike">
              <a:solidFill>
                <a:srgbClr val="000000"/>
              </a:solidFill>
              <a:effectLst/>
              <a:uFillTx/>
              <a:latin typeface="Times New Roman"/>
            </a:endParaRPr>
          </a:p>
          <a:p>
            <a:pPr marL="743040" lvl="1" indent="-285840" algn="ctr">
              <a:lnSpc>
                <a:spcPct val="90000"/>
              </a:lnSpc>
              <a:spcBef>
                <a:spcPts val="75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3000" b="1" u="none" strike="noStrike">
                <a:solidFill>
                  <a:srgbClr val="000000"/>
                </a:solidFill>
                <a:effectLst/>
                <a:uFillTx/>
                <a:latin typeface="Tahoma"/>
                <a:ea typeface="宋体"/>
              </a:rPr>
              <a:t>造成伤害的人身攻击</a:t>
            </a:r>
            <a:endParaRPr lang="en-US" sz="3000" b="0" u="none" strike="noStrike">
              <a:solidFill>
                <a:srgbClr val="000000"/>
              </a:solidFill>
              <a:effectLst/>
              <a:uFillTx/>
              <a:latin typeface="Times New Roman"/>
            </a:endParaRPr>
          </a:p>
          <a:p>
            <a:pPr marL="743040" lvl="1" indent="-285840" algn="ctr">
              <a:lnSpc>
                <a:spcPct val="90000"/>
              </a:lnSpc>
              <a:spcBef>
                <a:spcPts val="75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3000" b="1" u="none" strike="noStrike">
                <a:solidFill>
                  <a:srgbClr val="000000"/>
                </a:solidFill>
                <a:effectLst/>
                <a:uFillTx/>
                <a:latin typeface="Tahoma"/>
                <a:ea typeface="宋体"/>
              </a:rPr>
              <a:t>性侵</a:t>
            </a:r>
            <a:endParaRPr lang="en-US" sz="3000" b="0" u="none" strike="noStrike">
              <a:solidFill>
                <a:srgbClr val="000000"/>
              </a:solidFill>
              <a:effectLst/>
              <a:uFillTx/>
              <a:latin typeface="Times New Roman"/>
            </a:endParaRPr>
          </a:p>
          <a:p>
            <a:pPr marL="743040" lvl="1" indent="-285840" algn="ctr">
              <a:lnSpc>
                <a:spcPct val="90000"/>
              </a:lnSpc>
              <a:spcBef>
                <a:spcPts val="75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3000" b="1" u="none" strike="noStrike">
                <a:solidFill>
                  <a:srgbClr val="000000"/>
                </a:solidFill>
                <a:effectLst/>
                <a:uFillTx/>
                <a:latin typeface="Tahoma"/>
                <a:ea typeface="宋体"/>
              </a:rPr>
              <a:t>敲诈勒索</a:t>
            </a:r>
            <a:endParaRPr lang="en-US" sz="3000" b="0" u="none" strike="noStrike">
              <a:solidFill>
                <a:srgbClr val="000000"/>
              </a:solidFill>
              <a:effectLst/>
              <a:uFillTx/>
              <a:latin typeface="Times New Roman"/>
            </a:endParaRPr>
          </a:p>
          <a:p>
            <a:pPr marL="743040" lvl="1" indent="-285840" algn="ctr">
              <a:lnSpc>
                <a:spcPct val="90000"/>
              </a:lnSpc>
              <a:spcBef>
                <a:spcPts val="75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3000" b="1" u="none" strike="noStrike">
                <a:solidFill>
                  <a:srgbClr val="000000"/>
                </a:solidFill>
                <a:effectLst/>
                <a:uFillTx/>
                <a:latin typeface="Tahoma"/>
                <a:ea typeface="宋体"/>
              </a:rPr>
              <a:t>使用炸弹</a:t>
            </a:r>
            <a:r>
              <a:rPr lang="en-US" sz="3000" b="1" u="none" strike="noStrike">
                <a:solidFill>
                  <a:srgbClr val="000000"/>
                </a:solidFill>
                <a:effectLst/>
                <a:uFillTx/>
                <a:latin typeface="Tahoma"/>
                <a:ea typeface="宋体"/>
              </a:rPr>
              <a:t>/</a:t>
            </a:r>
            <a:r>
              <a:rPr lang="zh-CN" sz="3000" b="1" u="none" strike="noStrike">
                <a:solidFill>
                  <a:srgbClr val="000000"/>
                </a:solidFill>
                <a:effectLst/>
                <a:uFillTx/>
                <a:latin typeface="Tahoma"/>
                <a:ea typeface="宋体"/>
              </a:rPr>
              <a:t>爆炸装置</a:t>
            </a:r>
            <a:endParaRPr lang="en-US" sz="3000" b="0" u="none" strike="noStrike">
              <a:solidFill>
                <a:srgbClr val="000000"/>
              </a:solidFill>
              <a:effectLst/>
              <a:uFillTx/>
              <a:latin typeface="Times New Roman"/>
            </a:endParaRPr>
          </a:p>
          <a:p>
            <a:pPr marL="743040" lvl="1" indent="-285840" algn="ctr">
              <a:lnSpc>
                <a:spcPct val="90000"/>
              </a:lnSpc>
              <a:spcBef>
                <a:spcPts val="75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3000" b="1" u="none" strike="noStrike">
                <a:solidFill>
                  <a:srgbClr val="000000"/>
                </a:solidFill>
                <a:effectLst/>
                <a:uFillTx/>
                <a:latin typeface="Tahoma"/>
                <a:ea typeface="宋体"/>
              </a:rPr>
              <a:t>帮派活动</a:t>
            </a:r>
            <a:endParaRPr lang="en-US" sz="3000" b="0" u="none" strike="noStrike">
              <a:solidFill>
                <a:srgbClr val="000000"/>
              </a:solidFill>
              <a:effectLst/>
              <a:uFillTx/>
              <a:latin typeface="Times New Roman"/>
            </a:endParaRPr>
          </a:p>
          <a:p>
            <a:pPr marL="743040" lvl="1" indent="-285840" algn="ctr">
              <a:lnSpc>
                <a:spcPct val="90000"/>
              </a:lnSpc>
              <a:spcBef>
                <a:spcPts val="75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3000" b="1" u="none" strike="noStrike">
                <a:solidFill>
                  <a:srgbClr val="000000"/>
                </a:solidFill>
                <a:effectLst/>
                <a:uFillTx/>
                <a:latin typeface="Tahoma"/>
                <a:ea typeface="宋体"/>
              </a:rPr>
              <a:t>携带或使用武器</a:t>
            </a:r>
            <a:endParaRPr lang="en-US" sz="30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1" name="PlaceHolder 1"/>
          <p:cNvSpPr>
            <a:spLocks noGrp="1"/>
          </p:cNvSpPr>
          <p:nvPr>
            <p:ph type="title"/>
          </p:nvPr>
        </p:nvSpPr>
        <p:spPr>
          <a:xfrm>
            <a:off x="685800" y="533160"/>
            <a:ext cx="7772400" cy="1143000"/>
          </a:xfrm>
          <a:prstGeom prst="rect">
            <a:avLst/>
          </a:prstGeom>
          <a:noFill/>
          <a:ln w="0">
            <a:noFill/>
          </a:ln>
        </p:spPr>
        <p:txBody>
          <a:bodyPr lIns="91440" tIns="45720" rIns="91440" bIns="45720" anchor="ctr">
            <a:noAutofit/>
          </a:bodyPr>
          <a:p>
            <a:pPr indent="0" algn="l">
              <a:lnSpc>
                <a:spcPct val="100000"/>
              </a:lnSpc>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4000" b="1" u="none" strike="noStrike">
                <a:solidFill>
                  <a:srgbClr val="FFFFFF"/>
                </a:solidFill>
                <a:effectLst/>
                <a:uFillTx/>
                <a:latin typeface="Tahoma"/>
                <a:ea typeface="宋体"/>
              </a:rPr>
              <a:t>停课与开除</a:t>
            </a:r>
            <a:endParaRPr lang="en-US" sz="4000" b="0" u="none" strike="noStrike">
              <a:solidFill>
                <a:srgbClr val="FFFFFF"/>
              </a:solidFill>
              <a:effectLst/>
              <a:uFillTx/>
              <a:latin typeface="Times New Roman"/>
            </a:endParaRPr>
          </a:p>
        </p:txBody>
      </p:sp>
      <p:sp>
        <p:nvSpPr>
          <p:cNvPr id="152" name="PlaceHolder 2"/>
          <p:cNvSpPr>
            <a:spLocks noGrp="1"/>
          </p:cNvSpPr>
          <p:nvPr>
            <p:ph/>
          </p:nvPr>
        </p:nvSpPr>
        <p:spPr>
          <a:xfrm>
            <a:off x="685800" y="2057400"/>
            <a:ext cx="7772400" cy="4114800"/>
          </a:xfrm>
          <a:prstGeom prst="rect">
            <a:avLst/>
          </a:prstGeom>
          <a:noFill/>
          <a:ln w="0">
            <a:noFill/>
          </a:ln>
        </p:spPr>
        <p:txBody>
          <a:bodyPr lIns="91440" tIns="45720" rIns="91440" bIns="45720" anchor="t">
            <a:normAutofit/>
          </a:bodyPr>
          <a:p>
            <a:pPr marL="343080" indent="-343080" algn="ctr">
              <a:lnSpc>
                <a:spcPct val="100000"/>
              </a:lnSpc>
              <a:spcBef>
                <a:spcPts val="850"/>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3400" b="1" u="none" strike="noStrike">
                <a:solidFill>
                  <a:srgbClr val="000000"/>
                </a:solidFill>
                <a:effectLst/>
                <a:uFillTx/>
                <a:latin typeface="Tahoma"/>
                <a:ea typeface="宋体"/>
              </a:rPr>
              <a:t>数据要素</a:t>
            </a:r>
            <a:endParaRPr lang="en-US" sz="3400" b="0" u="none" strike="noStrike">
              <a:solidFill>
                <a:srgbClr val="000000"/>
              </a:solidFill>
              <a:effectLst/>
              <a:uFillTx/>
              <a:latin typeface="Times New Roman"/>
            </a:endParaRPr>
          </a:p>
          <a:p>
            <a:pPr marL="343080" indent="-343080" algn="ctr">
              <a:lnSpc>
                <a:spcPct val="100000"/>
              </a:lnSpc>
              <a:spcBef>
                <a:spcPts val="850"/>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3400" b="0" u="none" strike="noStrike">
              <a:solidFill>
                <a:srgbClr val="000000"/>
              </a:solidFill>
              <a:effectLst/>
              <a:uFillTx/>
              <a:latin typeface="Times New Roman"/>
            </a:endParaRPr>
          </a:p>
          <a:p>
            <a:pPr marL="343080" indent="-343080" algn="ctr">
              <a:lnSpc>
                <a:spcPct val="100000"/>
              </a:lnSpc>
              <a:spcBef>
                <a:spcPts val="850"/>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3400" b="1" u="none" strike="noStrike">
                <a:solidFill>
                  <a:srgbClr val="000000"/>
                </a:solidFill>
                <a:effectLst/>
                <a:uFillTx/>
                <a:latin typeface="Tahoma"/>
                <a:ea typeface="宋体"/>
              </a:rPr>
              <a:t>移除时长 </a:t>
            </a:r>
            <a:r>
              <a:rPr lang="en-US" sz="3400" b="1" u="none" strike="noStrike">
                <a:solidFill>
                  <a:srgbClr val="000000"/>
                </a:solidFill>
                <a:effectLst/>
                <a:uFillTx/>
                <a:latin typeface="Tahoma"/>
                <a:ea typeface="宋体"/>
              </a:rPr>
              <a:t>- </a:t>
            </a:r>
            <a:r>
              <a:rPr lang="zh-CN" sz="3400" b="1" u="none" strike="noStrike">
                <a:solidFill>
                  <a:srgbClr val="000000"/>
                </a:solidFill>
                <a:effectLst/>
                <a:uFillTx/>
                <a:latin typeface="Tahoma"/>
                <a:ea typeface="宋体"/>
              </a:rPr>
              <a:t>学生被移出课堂的完整上课日数</a:t>
            </a:r>
            <a:endParaRPr lang="en-US" sz="3400" b="0" u="none" strike="noStrike">
              <a:solidFill>
                <a:srgbClr val="000000"/>
              </a:solidFill>
              <a:effectLst/>
              <a:uFillTx/>
              <a:latin typeface="Times New Roman"/>
            </a:endParaRPr>
          </a:p>
          <a:p>
            <a:pPr marL="343080" indent="-343080" algn="ctr">
              <a:lnSpc>
                <a:spcPct val="100000"/>
              </a:lnSpc>
              <a:spcBef>
                <a:spcPts val="850"/>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3400" b="0" u="none" strike="noStrike">
              <a:solidFill>
                <a:srgbClr val="000000"/>
              </a:solidFill>
              <a:effectLst/>
              <a:uFillTx/>
              <a:latin typeface="Times New Roman"/>
            </a:endParaRPr>
          </a:p>
          <a:p>
            <a:pPr marL="343080" indent="-343080" algn="ctr">
              <a:lnSpc>
                <a:spcPct val="100000"/>
              </a:lnSpc>
              <a:spcBef>
                <a:spcPts val="850"/>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3400" b="1" u="none" strike="noStrike">
                <a:solidFill>
                  <a:srgbClr val="000000"/>
                </a:solidFill>
                <a:effectLst/>
                <a:uFillTx/>
                <a:latin typeface="Tahoma"/>
                <a:ea typeface="宋体"/>
              </a:rPr>
              <a:t>移除日期 </a:t>
            </a:r>
            <a:r>
              <a:rPr lang="en-US" sz="3400" b="1" u="none" strike="noStrike">
                <a:solidFill>
                  <a:srgbClr val="000000"/>
                </a:solidFill>
                <a:effectLst/>
                <a:uFillTx/>
                <a:latin typeface="Tahoma"/>
                <a:ea typeface="宋体"/>
              </a:rPr>
              <a:t>- </a:t>
            </a:r>
            <a:r>
              <a:rPr lang="zh-CN" sz="3400" b="1" u="none" strike="noStrike">
                <a:solidFill>
                  <a:srgbClr val="000000"/>
                </a:solidFill>
                <a:effectLst/>
                <a:uFillTx/>
                <a:latin typeface="Tahoma"/>
                <a:ea typeface="宋体"/>
              </a:rPr>
              <a:t>移除开始的日期</a:t>
            </a:r>
            <a:endParaRPr lang="en-US" sz="34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3" name="PlaceHolder 1"/>
          <p:cNvSpPr>
            <a:spLocks noGrp="1"/>
          </p:cNvSpPr>
          <p:nvPr>
            <p:ph type="title"/>
          </p:nvPr>
        </p:nvSpPr>
        <p:spPr>
          <a:xfrm>
            <a:off x="685800" y="533160"/>
            <a:ext cx="7772400" cy="1143000"/>
          </a:xfrm>
          <a:prstGeom prst="rect">
            <a:avLst/>
          </a:prstGeom>
          <a:noFill/>
          <a:ln w="0">
            <a:noFill/>
          </a:ln>
        </p:spPr>
        <p:txBody>
          <a:bodyPr lIns="91440" tIns="45720" rIns="91440" bIns="45720" anchor="ctr">
            <a:noAutofit/>
          </a:bodyPr>
          <a:p>
            <a:pPr indent="0" algn="l">
              <a:lnSpc>
                <a:spcPct val="100000"/>
              </a:lnSpc>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4000" b="1" u="none" strike="noStrike">
                <a:solidFill>
                  <a:srgbClr val="FFFFFF"/>
                </a:solidFill>
                <a:effectLst/>
                <a:uFillTx/>
                <a:latin typeface="Tahoma"/>
                <a:ea typeface="宋体"/>
              </a:rPr>
              <a:t>停课与开除</a:t>
            </a:r>
            <a:endParaRPr lang="en-US" sz="4000" b="0" u="none" strike="noStrike">
              <a:solidFill>
                <a:srgbClr val="FFFFFF"/>
              </a:solidFill>
              <a:effectLst/>
              <a:uFillTx/>
              <a:latin typeface="Times New Roman"/>
            </a:endParaRPr>
          </a:p>
        </p:txBody>
      </p:sp>
      <p:sp>
        <p:nvSpPr>
          <p:cNvPr id="154" name="PlaceHolder 2"/>
          <p:cNvSpPr>
            <a:spLocks noGrp="1"/>
          </p:cNvSpPr>
          <p:nvPr>
            <p:ph/>
          </p:nvPr>
        </p:nvSpPr>
        <p:spPr>
          <a:xfrm>
            <a:off x="685800" y="2057400"/>
            <a:ext cx="7772400" cy="4572000"/>
          </a:xfrm>
          <a:prstGeom prst="rect">
            <a:avLst/>
          </a:prstGeom>
          <a:noFill/>
          <a:ln w="0">
            <a:noFill/>
          </a:ln>
        </p:spPr>
        <p:txBody>
          <a:bodyPr lIns="91440" tIns="45720" rIns="91440" bIns="45720" anchor="t">
            <a:normAutofit fontScale="55000" lnSpcReduction="19999"/>
          </a:bodyPr>
          <a:p>
            <a:pPr marL="743040" lvl="1" indent="-285840" algn="ctr">
              <a:lnSpc>
                <a:spcPct val="100000"/>
              </a:lnSpc>
              <a:spcBef>
                <a:spcPts val="850"/>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3400" b="1" u="none" strike="noStrike">
                <a:solidFill>
                  <a:srgbClr val="000000"/>
                </a:solidFill>
                <a:effectLst/>
                <a:uFillTx/>
                <a:latin typeface="Tahoma"/>
                <a:ea typeface="宋体"/>
              </a:rPr>
              <a:t>常见错误</a:t>
            </a:r>
            <a:endParaRPr lang="en-US" sz="3400" b="0" u="none" strike="noStrike">
              <a:solidFill>
                <a:srgbClr val="000000"/>
              </a:solidFill>
              <a:effectLst/>
              <a:uFillTx/>
              <a:latin typeface="Times New Roman"/>
            </a:endParaRPr>
          </a:p>
          <a:p>
            <a:pPr marL="743040" lvl="1" indent="-285840" algn="ctr">
              <a:lnSpc>
                <a:spcPct val="100000"/>
              </a:lnSpc>
              <a:spcBef>
                <a:spcPts val="850"/>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3400" b="0" u="none" strike="noStrike">
              <a:solidFill>
                <a:srgbClr val="000000"/>
              </a:solidFill>
              <a:effectLst/>
              <a:uFillTx/>
              <a:latin typeface="Times New Roman"/>
            </a:endParaRPr>
          </a:p>
          <a:p>
            <a:pPr marL="743040" lvl="1" indent="-285840" algn="ctr">
              <a:lnSpc>
                <a:spcPct val="100000"/>
              </a:lnSpc>
              <a:spcBef>
                <a:spcPts val="850"/>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3400" b="1" u="none" strike="noStrike">
                <a:solidFill>
                  <a:srgbClr val="000000"/>
                </a:solidFill>
                <a:effectLst/>
                <a:uFillTx/>
                <a:latin typeface="Tahoma"/>
                <a:ea typeface="宋体"/>
              </a:rPr>
              <a:t>缺少数据要素</a:t>
            </a:r>
            <a:endParaRPr lang="en-US" sz="3400" b="0" u="none" strike="noStrike">
              <a:solidFill>
                <a:srgbClr val="000000"/>
              </a:solidFill>
              <a:effectLst/>
              <a:uFillTx/>
              <a:latin typeface="Times New Roman"/>
            </a:endParaRPr>
          </a:p>
          <a:p>
            <a:pPr marL="743040" lvl="1" indent="-285840" algn="ctr">
              <a:lnSpc>
                <a:spcPct val="100000"/>
              </a:lnSpc>
              <a:spcBef>
                <a:spcPts val="850"/>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3400" b="0" u="none" strike="noStrike">
              <a:solidFill>
                <a:srgbClr val="000000"/>
              </a:solidFill>
              <a:effectLst/>
              <a:uFillTx/>
              <a:latin typeface="Times New Roman"/>
            </a:endParaRPr>
          </a:p>
          <a:p>
            <a:pPr marL="743040" lvl="1" indent="-285840" algn="ctr">
              <a:lnSpc>
                <a:spcPct val="100000"/>
              </a:lnSpc>
              <a:spcBef>
                <a:spcPts val="850"/>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3400" b="1" u="none" strike="noStrike">
                <a:solidFill>
                  <a:srgbClr val="000000"/>
                </a:solidFill>
                <a:effectLst/>
                <a:uFillTx/>
                <a:latin typeface="Tahoma"/>
                <a:ea typeface="宋体"/>
              </a:rPr>
              <a:t>移除时长</a:t>
            </a:r>
            <a:endParaRPr lang="en-US" sz="3400" b="0" u="none" strike="noStrike">
              <a:solidFill>
                <a:srgbClr val="000000"/>
              </a:solidFill>
              <a:effectLst/>
              <a:uFillTx/>
              <a:latin typeface="Times New Roman"/>
            </a:endParaRPr>
          </a:p>
          <a:p>
            <a:pPr marL="743040" lvl="1" indent="-285840" algn="ctr">
              <a:lnSpc>
                <a:spcPct val="100000"/>
              </a:lnSpc>
              <a:spcBef>
                <a:spcPts val="850"/>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3400" b="1" u="none" strike="noStrike">
                <a:solidFill>
                  <a:srgbClr val="000000"/>
                </a:solidFill>
                <a:effectLst/>
                <a:uFillTx/>
                <a:latin typeface="Tahoma"/>
                <a:ea typeface="宋体"/>
              </a:rPr>
              <a:t>使用部分天数</a:t>
            </a:r>
            <a:endParaRPr lang="en-US" sz="3400" b="0" u="none" strike="noStrike">
              <a:solidFill>
                <a:srgbClr val="000000"/>
              </a:solidFill>
              <a:effectLst/>
              <a:uFillTx/>
              <a:latin typeface="Times New Roman"/>
            </a:endParaRPr>
          </a:p>
          <a:p>
            <a:pPr marL="743040" lvl="1" indent="-285840" algn="ctr">
              <a:lnSpc>
                <a:spcPct val="100000"/>
              </a:lnSpc>
              <a:spcBef>
                <a:spcPts val="850"/>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3400" b="1" u="none" strike="noStrike">
                <a:solidFill>
                  <a:srgbClr val="000000"/>
                </a:solidFill>
                <a:effectLst/>
                <a:uFillTx/>
                <a:latin typeface="Tahoma"/>
                <a:ea typeface="宋体"/>
              </a:rPr>
              <a:t>半天停课 </a:t>
            </a:r>
            <a:r>
              <a:rPr lang="en-US" sz="3400" b="1" u="none" strike="noStrike">
                <a:solidFill>
                  <a:srgbClr val="000000"/>
                </a:solidFill>
                <a:effectLst/>
                <a:uFillTx/>
                <a:latin typeface="Tahoma"/>
                <a:ea typeface="宋体"/>
              </a:rPr>
              <a:t>= 1 </a:t>
            </a:r>
            <a:r>
              <a:rPr lang="zh-CN" sz="3400" b="1" u="none" strike="noStrike">
                <a:solidFill>
                  <a:srgbClr val="000000"/>
                </a:solidFill>
                <a:effectLst/>
                <a:uFillTx/>
                <a:latin typeface="Tahoma"/>
                <a:ea typeface="宋体"/>
              </a:rPr>
              <a:t>天</a:t>
            </a:r>
            <a:endParaRPr lang="en-US" sz="3400" b="0" u="none" strike="noStrike">
              <a:solidFill>
                <a:srgbClr val="000000"/>
              </a:solidFill>
              <a:effectLst/>
              <a:uFillTx/>
              <a:latin typeface="Times New Roman"/>
            </a:endParaRPr>
          </a:p>
          <a:p>
            <a:pPr marL="743040" lvl="1" indent="-285840" algn="ctr">
              <a:lnSpc>
                <a:spcPct val="100000"/>
              </a:lnSpc>
              <a:spcBef>
                <a:spcPts val="850"/>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3400" b="1" u="none" strike="noStrike">
                <a:solidFill>
                  <a:srgbClr val="000000"/>
                </a:solidFill>
                <a:effectLst/>
                <a:uFillTx/>
                <a:latin typeface="Tahoma"/>
                <a:ea typeface="宋体"/>
              </a:rPr>
              <a:t>必须向上取整</a:t>
            </a:r>
            <a:endParaRPr lang="en-US" sz="3400" b="0" u="none" strike="noStrike">
              <a:solidFill>
                <a:srgbClr val="000000"/>
              </a:solidFill>
              <a:effectLst/>
              <a:uFillTx/>
              <a:latin typeface="Times New Roman"/>
            </a:endParaRPr>
          </a:p>
          <a:p>
            <a:pPr marL="743040" lvl="1" indent="-285840" algn="ctr">
              <a:lnSpc>
                <a:spcPct val="100000"/>
              </a:lnSpc>
              <a:spcBef>
                <a:spcPts val="850"/>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3400" b="1" u="none" strike="noStrike">
                <a:solidFill>
                  <a:srgbClr val="000000"/>
                </a:solidFill>
                <a:effectLst/>
                <a:uFillTx/>
                <a:latin typeface="Tahoma"/>
                <a:ea typeface="宋体"/>
              </a:rPr>
              <a:t>使用非上课日</a:t>
            </a:r>
            <a:endParaRPr lang="en-US" sz="3400" b="0" u="none" strike="noStrike">
              <a:solidFill>
                <a:srgbClr val="000000"/>
              </a:solidFill>
              <a:effectLst/>
              <a:uFillTx/>
              <a:latin typeface="Times New Roman"/>
            </a:endParaRPr>
          </a:p>
          <a:p>
            <a:pPr marL="743040" lvl="1" indent="-285840" algn="ctr">
              <a:lnSpc>
                <a:spcPct val="100000"/>
              </a:lnSpc>
              <a:spcBef>
                <a:spcPts val="850"/>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3400" b="1" u="none" strike="noStrike">
                <a:solidFill>
                  <a:srgbClr val="000000"/>
                </a:solidFill>
                <a:effectLst/>
                <a:uFillTx/>
                <a:latin typeface="Tahoma"/>
                <a:ea typeface="宋体"/>
              </a:rPr>
              <a:t>不要计算周末或其他学校假期</a:t>
            </a:r>
            <a:endParaRPr lang="en-US" sz="3400" b="0" u="none" strike="noStrike">
              <a:solidFill>
                <a:srgbClr val="000000"/>
              </a:solidFill>
              <a:effectLst/>
              <a:uFillTx/>
              <a:latin typeface="Times New Roman"/>
            </a:endParaRPr>
          </a:p>
          <a:p>
            <a:pPr marL="743040" lvl="1" indent="-285840" algn="ctr">
              <a:lnSpc>
                <a:spcPct val="100000"/>
              </a:lnSpc>
              <a:spcBef>
                <a:spcPts val="850"/>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3400" b="1" u="none" strike="noStrike">
                <a:solidFill>
                  <a:srgbClr val="000000"/>
                </a:solidFill>
                <a:effectLst/>
                <a:uFillTx/>
                <a:latin typeface="Tahoma"/>
                <a:ea typeface="宋体"/>
              </a:rPr>
              <a:t>使用超过一个学年的天数</a:t>
            </a:r>
            <a:endParaRPr lang="en-US" sz="3400" b="0" u="none" strike="noStrike">
              <a:solidFill>
                <a:srgbClr val="000000"/>
              </a:solidFill>
              <a:effectLst/>
              <a:uFillTx/>
              <a:latin typeface="Times New Roman"/>
            </a:endParaRPr>
          </a:p>
          <a:p>
            <a:pPr marL="743040" lvl="1" indent="-285840" algn="ctr">
              <a:lnSpc>
                <a:spcPct val="100000"/>
              </a:lnSpc>
              <a:spcBef>
                <a:spcPts val="850"/>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3400" b="1" u="none" strike="noStrike">
                <a:solidFill>
                  <a:srgbClr val="000000"/>
                </a:solidFill>
                <a:effectLst/>
                <a:uFillTx/>
                <a:latin typeface="Tahoma"/>
                <a:ea typeface="宋体"/>
              </a:rPr>
              <a:t>最大时长等于该学区校历中一个学年的上课天数</a:t>
            </a:r>
            <a:endParaRPr lang="en-US" sz="34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5" name="PlaceHolder 1"/>
          <p:cNvSpPr>
            <a:spLocks noGrp="1"/>
          </p:cNvSpPr>
          <p:nvPr>
            <p:ph type="title"/>
          </p:nvPr>
        </p:nvSpPr>
        <p:spPr>
          <a:xfrm>
            <a:off x="685800" y="533160"/>
            <a:ext cx="7772400" cy="1143000"/>
          </a:xfrm>
          <a:prstGeom prst="rect">
            <a:avLst/>
          </a:prstGeom>
          <a:noFill/>
          <a:ln w="0">
            <a:noFill/>
          </a:ln>
        </p:spPr>
        <p:txBody>
          <a:bodyPr lIns="91440" tIns="45720" rIns="91440" bIns="45720" anchor="ctr">
            <a:noAutofit/>
          </a:bodyPr>
          <a:p>
            <a:pPr indent="0" algn="l">
              <a:lnSpc>
                <a:spcPct val="100000"/>
              </a:lnSpc>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4000" b="1" u="none" strike="noStrike">
                <a:solidFill>
                  <a:srgbClr val="FFFFFF"/>
                </a:solidFill>
                <a:effectLst/>
                <a:uFillTx/>
                <a:latin typeface="Tahoma"/>
                <a:ea typeface="宋体"/>
              </a:rPr>
              <a:t>停课与开除</a:t>
            </a:r>
            <a:endParaRPr lang="en-US" sz="4000" b="0" u="none" strike="noStrike">
              <a:solidFill>
                <a:srgbClr val="FFFFFF"/>
              </a:solidFill>
              <a:effectLst/>
              <a:uFillTx/>
              <a:latin typeface="Times New Roman"/>
            </a:endParaRPr>
          </a:p>
        </p:txBody>
      </p:sp>
      <p:sp>
        <p:nvSpPr>
          <p:cNvPr id="156" name="PlaceHolder 2"/>
          <p:cNvSpPr>
            <a:spLocks noGrp="1"/>
          </p:cNvSpPr>
          <p:nvPr>
            <p:ph/>
          </p:nvPr>
        </p:nvSpPr>
        <p:spPr>
          <a:xfrm>
            <a:off x="685800" y="2057400"/>
            <a:ext cx="7772400" cy="4114800"/>
          </a:xfrm>
          <a:prstGeom prst="rect">
            <a:avLst/>
          </a:prstGeom>
          <a:noFill/>
          <a:ln w="0">
            <a:noFill/>
          </a:ln>
        </p:spPr>
        <p:txBody>
          <a:bodyPr lIns="91440" tIns="45720" rIns="91440" bIns="45720" anchor="t">
            <a:normAutofit/>
          </a:bodyPr>
          <a:p>
            <a:pPr marL="343080" indent="-343080" algn="ctr">
              <a:lnSpc>
                <a:spcPct val="100000"/>
              </a:lnSpc>
              <a:spcBef>
                <a:spcPts val="850"/>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3400" b="1" u="none" strike="noStrike">
                <a:solidFill>
                  <a:srgbClr val="000000"/>
                </a:solidFill>
                <a:effectLst/>
                <a:uFillTx/>
                <a:latin typeface="Tahoma"/>
                <a:ea typeface="宋体"/>
              </a:rPr>
              <a:t>常见错误</a:t>
            </a:r>
            <a:endParaRPr lang="en-US" sz="3400" b="0" u="none" strike="noStrike">
              <a:solidFill>
                <a:srgbClr val="000000"/>
              </a:solidFill>
              <a:effectLst/>
              <a:uFillTx/>
              <a:latin typeface="Times New Roman"/>
            </a:endParaRPr>
          </a:p>
          <a:p>
            <a:pPr marL="343080" indent="-343080" algn="ctr">
              <a:lnSpc>
                <a:spcPct val="100000"/>
              </a:lnSpc>
              <a:spcBef>
                <a:spcPts val="850"/>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3400" b="0" u="none" strike="noStrike">
              <a:solidFill>
                <a:srgbClr val="000000"/>
              </a:solidFill>
              <a:effectLst/>
              <a:uFillTx/>
              <a:latin typeface="Times New Roman"/>
            </a:endParaRPr>
          </a:p>
          <a:p>
            <a:pPr marL="343080" indent="-343080" algn="ctr">
              <a:lnSpc>
                <a:spcPct val="100000"/>
              </a:lnSpc>
              <a:spcBef>
                <a:spcPts val="850"/>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3400" b="1" u="none" strike="noStrike">
                <a:solidFill>
                  <a:srgbClr val="000000"/>
                </a:solidFill>
                <a:effectLst/>
                <a:uFillTx/>
                <a:latin typeface="Tahoma"/>
                <a:ea typeface="宋体"/>
              </a:rPr>
              <a:t>如何处理同一事件先停课后开除的情况？</a:t>
            </a:r>
            <a:endParaRPr lang="en-US" sz="34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7" name="PlaceHolder 1"/>
          <p:cNvSpPr>
            <a:spLocks noGrp="1"/>
          </p:cNvSpPr>
          <p:nvPr>
            <p:ph type="title"/>
          </p:nvPr>
        </p:nvSpPr>
        <p:spPr>
          <a:xfrm>
            <a:off x="685800" y="533160"/>
            <a:ext cx="7772400" cy="1143000"/>
          </a:xfrm>
          <a:prstGeom prst="rect">
            <a:avLst/>
          </a:prstGeom>
          <a:noFill/>
          <a:ln w="0">
            <a:noFill/>
          </a:ln>
        </p:spPr>
        <p:txBody>
          <a:bodyPr lIns="91440" tIns="45720" rIns="91440" bIns="45720" anchor="ctr">
            <a:noAutofit/>
          </a:bodyPr>
          <a:p>
            <a:pPr indent="0" algn="l">
              <a:lnSpc>
                <a:spcPct val="100000"/>
              </a:lnSpc>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4000" b="1" u="none" strike="noStrike">
                <a:solidFill>
                  <a:srgbClr val="FFFFFF"/>
                </a:solidFill>
                <a:effectLst/>
                <a:uFillTx/>
                <a:latin typeface="Tahoma"/>
                <a:ea typeface="宋体"/>
              </a:rPr>
              <a:t>停课与开除</a:t>
            </a:r>
            <a:endParaRPr lang="en-US" sz="4000" b="0" u="none" strike="noStrike">
              <a:solidFill>
                <a:srgbClr val="FFFFFF"/>
              </a:solidFill>
              <a:effectLst/>
              <a:uFillTx/>
              <a:latin typeface="Times New Roman"/>
            </a:endParaRPr>
          </a:p>
        </p:txBody>
      </p:sp>
      <p:sp>
        <p:nvSpPr>
          <p:cNvPr id="158" name=""/>
          <p:cNvSpPr txBox="1"/>
          <p:nvPr/>
        </p:nvSpPr>
        <p:spPr>
          <a:xfrm>
            <a:off x="685800" y="2057400"/>
            <a:ext cx="7772400" cy="4114800"/>
          </a:xfrm>
          <a:prstGeom prst="rect">
            <a:avLst/>
          </a:prstGeom>
          <a:noFill/>
          <a:ln w="0">
            <a:noFill/>
          </a:ln>
        </p:spPr>
        <p:txBody>
          <a:bodyPr anchor="t">
            <a:normAutofit/>
          </a:bodyPr>
          <a:p>
            <a:pPr marL="343080" indent="-343080">
              <a:spcBef>
                <a:spcPts val="799"/>
              </a:spcBef>
              <a:buClr>
                <a:srgbClr val="00EEE8"/>
              </a:buClr>
              <a:buSzPct val="7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endParaRPr lang="en-US" sz="32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9" name="PlaceHolder 1"/>
          <p:cNvSpPr>
            <a:spLocks noGrp="1"/>
          </p:cNvSpPr>
          <p:nvPr>
            <p:ph type="title"/>
          </p:nvPr>
        </p:nvSpPr>
        <p:spPr>
          <a:xfrm>
            <a:off x="685800" y="533160"/>
            <a:ext cx="7772400" cy="1143000"/>
          </a:xfrm>
          <a:prstGeom prst="rect">
            <a:avLst/>
          </a:prstGeom>
          <a:noFill/>
          <a:ln w="0">
            <a:noFill/>
          </a:ln>
        </p:spPr>
        <p:txBody>
          <a:bodyPr lIns="91440" tIns="45720" rIns="91440" bIns="45720" anchor="ctr">
            <a:noAutofit/>
          </a:bodyPr>
          <a:p>
            <a:pPr indent="0" algn="l">
              <a:lnSpc>
                <a:spcPct val="100000"/>
              </a:lnSpc>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4000" b="1" u="none" strike="noStrike">
                <a:solidFill>
                  <a:srgbClr val="FFFFFF"/>
                </a:solidFill>
                <a:effectLst/>
                <a:uFillTx/>
                <a:latin typeface="Tahoma"/>
                <a:ea typeface="宋体"/>
              </a:rPr>
              <a:t>停课与开除</a:t>
            </a:r>
            <a:endParaRPr lang="en-US" sz="4000" b="0" u="none" strike="noStrike">
              <a:solidFill>
                <a:srgbClr val="FFFFFF"/>
              </a:solidFill>
              <a:effectLst/>
              <a:uFillTx/>
              <a:latin typeface="Times New Roman"/>
            </a:endParaRPr>
          </a:p>
        </p:txBody>
      </p:sp>
      <p:sp>
        <p:nvSpPr>
          <p:cNvPr id="160" name="PlaceHolder 2"/>
          <p:cNvSpPr>
            <a:spLocks noGrp="1"/>
          </p:cNvSpPr>
          <p:nvPr>
            <p:ph/>
          </p:nvPr>
        </p:nvSpPr>
        <p:spPr>
          <a:xfrm>
            <a:off x="685800" y="2057400"/>
            <a:ext cx="7772400" cy="4114800"/>
          </a:xfrm>
          <a:prstGeom prst="rect">
            <a:avLst/>
          </a:prstGeom>
          <a:noFill/>
          <a:ln w="0">
            <a:noFill/>
          </a:ln>
        </p:spPr>
        <p:txBody>
          <a:bodyPr lIns="91440" tIns="45720" rIns="91440" bIns="45720" anchor="t">
            <a:normAutofit/>
          </a:bodyPr>
          <a:p>
            <a:pPr marL="343080" indent="-343080" algn="ctr">
              <a:lnSpc>
                <a:spcPct val="100000"/>
              </a:lnSpc>
              <a:spcBef>
                <a:spcPts val="850"/>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3400" b="1" u="none" strike="noStrike">
                <a:solidFill>
                  <a:srgbClr val="000000"/>
                </a:solidFill>
                <a:effectLst/>
                <a:uFillTx/>
                <a:latin typeface="Tahoma"/>
                <a:ea typeface="宋体"/>
              </a:rPr>
              <a:t>既往结果</a:t>
            </a:r>
            <a:endParaRPr lang="en-US" sz="3400" b="0" u="none" strike="noStrike">
              <a:solidFill>
                <a:srgbClr val="000000"/>
              </a:solidFill>
              <a:effectLst/>
              <a:uFillTx/>
              <a:latin typeface="Times New Roman"/>
            </a:endParaRPr>
          </a:p>
          <a:p>
            <a:pPr marL="343080" indent="-343080" algn="ctr">
              <a:lnSpc>
                <a:spcPct val="100000"/>
              </a:lnSpc>
              <a:spcBef>
                <a:spcPts val="850"/>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3400" b="0" u="none" strike="noStrike">
              <a:solidFill>
                <a:srgbClr val="000000"/>
              </a:solidFill>
              <a:effectLst/>
              <a:uFillTx/>
              <a:latin typeface="Times New Roman"/>
            </a:endParaRPr>
          </a:p>
          <a:p>
            <a:pPr marL="343080" indent="-343080" algn="ctr">
              <a:lnSpc>
                <a:spcPct val="100000"/>
              </a:lnSpc>
              <a:spcBef>
                <a:spcPts val="850"/>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3400" b="1" u="none" strike="noStrike">
                <a:solidFill>
                  <a:srgbClr val="000000"/>
                </a:solidFill>
                <a:effectLst/>
                <a:uFillTx/>
                <a:latin typeface="Tahoma"/>
                <a:ea typeface="宋体"/>
              </a:rPr>
              <a:t>2004-05 </a:t>
            </a:r>
            <a:r>
              <a:rPr lang="zh-CN" sz="3400" b="1" u="none" strike="noStrike">
                <a:solidFill>
                  <a:srgbClr val="000000"/>
                </a:solidFill>
                <a:effectLst/>
                <a:uFillTx/>
                <a:latin typeface="Tahoma"/>
                <a:ea typeface="宋体"/>
              </a:rPr>
              <a:t>学年按事件统计的停课 </a:t>
            </a:r>
            <a:r>
              <a:rPr lang="en-US" sz="3400" b="1" u="none" strike="noStrike">
                <a:solidFill>
                  <a:srgbClr val="000000"/>
                </a:solidFill>
                <a:effectLst/>
                <a:uFillTx/>
                <a:latin typeface="Tahoma"/>
                <a:ea typeface="宋体"/>
              </a:rPr>
              <a:t>+ </a:t>
            </a:r>
            <a:r>
              <a:rPr lang="zh-CN" sz="3400" b="1" u="none" strike="noStrike">
                <a:solidFill>
                  <a:srgbClr val="000000"/>
                </a:solidFill>
                <a:effectLst/>
                <a:uFillTx/>
                <a:latin typeface="Tahoma"/>
                <a:ea typeface="宋体"/>
              </a:rPr>
              <a:t>开除</a:t>
            </a:r>
            <a:endParaRPr lang="en-US" sz="3400" b="0" u="none" strike="noStrike">
              <a:solidFill>
                <a:srgbClr val="000000"/>
              </a:solidFill>
              <a:effectLst/>
              <a:uFillTx/>
              <a:latin typeface="Times New Roman"/>
            </a:endParaRPr>
          </a:p>
        </p:txBody>
      </p:sp>
      <p:graphicFrame>
        <p:nvGraphicFramePr>
          <p:cNvPr id="161" name=""/>
          <p:cNvGraphicFramePr/>
          <p:nvPr/>
        </p:nvGraphicFramePr>
        <p:xfrm>
          <a:off x="1523880" y="3657600"/>
          <a:ext cx="6096240" cy="1828800"/>
        </p:xfrm>
        <a:graphic>
          <a:graphicData uri="http://schemas.openxmlformats.org/drawingml/2006/table">
            <a:tbl>
              <a:tblPr/>
              <a:tblGrid>
                <a:gridCol w="2032200"/>
                <a:gridCol w="2031840"/>
                <a:gridCol w="2032200"/>
              </a:tblGrid>
              <a:tr h="307440">
                <a:tc>
                  <a:txBody>
                    <a:bodyPr lIns="90000" tIns="46800" rIns="90000" bIns="46800" anchor="t">
                      <a:noAutofit/>
                    </a:bodyPr>
                    <a:p>
                      <a:pPr>
                        <a:lnSpc>
                          <a:spcPct val="100000"/>
                        </a:lnSpc>
                        <a:spcBef>
                          <a:spcPts val="349"/>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b="1" u="none" strike="noStrike">
                          <a:solidFill>
                            <a:srgbClr val="000000"/>
                          </a:solidFill>
                          <a:effectLst/>
                          <a:uFillTx/>
                          <a:latin typeface="Tahoma"/>
                          <a:ea typeface="宋体"/>
                        </a:rPr>
                        <a:t>Incident Type</a:t>
                      </a:r>
                      <a:endParaRPr lang="en-US" sz="1400" b="0" u="none" strike="noStrike">
                        <a:solidFill>
                          <a:srgbClr val="000000"/>
                        </a:solidFill>
                        <a:effectLst/>
                        <a:uFillTx/>
                        <a:latin typeface="Times New Roman"/>
                      </a:endParaRPr>
                    </a:p>
                  </a:txBody>
                  <a:tcPr anchor="t" marL="90000" marR="90000" marT="46800" marB="46800">
                    <a:lnL w="13680">
                      <a:solidFill>
                        <a:srgbClr val="000000"/>
                      </a:solidFill>
                      <a:prstDash val="solid"/>
                    </a:lnL>
                    <a:lnR w="5760">
                      <a:solidFill>
                        <a:srgbClr val="000000"/>
                      </a:solidFill>
                      <a:prstDash val="solid"/>
                    </a:lnR>
                    <a:lnT w="13680">
                      <a:solidFill>
                        <a:srgbClr val="000000"/>
                      </a:solidFill>
                      <a:prstDash val="solid"/>
                    </a:lnT>
                    <a:lnB w="13680">
                      <a:solidFill>
                        <a:srgbClr val="000000"/>
                      </a:solidFill>
                      <a:prstDash val="solid"/>
                    </a:lnB>
                    <a:noFill/>
                  </a:tcPr>
                </a:tc>
                <a:tc>
                  <a:txBody>
                    <a:bodyPr lIns="90000" tIns="46800" rIns="90000" bIns="46800" anchor="t">
                      <a:noAutofit/>
                    </a:bodyPr>
                    <a:p>
                      <a:pPr algn="ctr">
                        <a:lnSpc>
                          <a:spcPct val="100000"/>
                        </a:lnSpc>
                        <a:spcBef>
                          <a:spcPts val="349"/>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b="1" u="none" strike="noStrike">
                          <a:solidFill>
                            <a:srgbClr val="000000"/>
                          </a:solidFill>
                          <a:effectLst/>
                          <a:uFillTx/>
                          <a:latin typeface="Tahoma"/>
                          <a:ea typeface="宋体"/>
                        </a:rPr>
                        <a:t>Total</a:t>
                      </a:r>
                      <a:endParaRPr lang="en-US" sz="1400" b="0" u="none" strike="noStrike">
                        <a:solidFill>
                          <a:srgbClr val="000000"/>
                        </a:solidFill>
                        <a:effectLst/>
                        <a:uFillTx/>
                        <a:latin typeface="Times New Roman"/>
                      </a:endParaRPr>
                    </a:p>
                  </a:txBody>
                  <a:tcPr anchor="t" marL="90000" marR="90000" marT="46800" marB="46800">
                    <a:lnL w="5760">
                      <a:solidFill>
                        <a:srgbClr val="000000"/>
                      </a:solidFill>
                      <a:prstDash val="solid"/>
                    </a:lnL>
                    <a:lnR w="5760">
                      <a:solidFill>
                        <a:srgbClr val="000000"/>
                      </a:solidFill>
                      <a:prstDash val="solid"/>
                    </a:lnR>
                    <a:lnT w="13680">
                      <a:solidFill>
                        <a:srgbClr val="000000"/>
                      </a:solidFill>
                      <a:prstDash val="solid"/>
                    </a:lnT>
                    <a:lnB w="13680">
                      <a:solidFill>
                        <a:srgbClr val="000000"/>
                      </a:solidFill>
                      <a:prstDash val="solid"/>
                    </a:lnB>
                    <a:noFill/>
                  </a:tcPr>
                </a:tc>
                <a:tc>
                  <a:txBody>
                    <a:bodyPr lIns="90000" tIns="46800" rIns="90000" bIns="46800" anchor="t">
                      <a:noAutofit/>
                    </a:bodyPr>
                    <a:p>
                      <a:pPr algn="ctr">
                        <a:lnSpc>
                          <a:spcPct val="100000"/>
                        </a:lnSpc>
                        <a:spcBef>
                          <a:spcPts val="349"/>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b="1" u="none" strike="noStrike">
                          <a:solidFill>
                            <a:srgbClr val="000000"/>
                          </a:solidFill>
                          <a:effectLst/>
                          <a:uFillTx/>
                          <a:latin typeface="Tahoma"/>
                          <a:ea typeface="宋体"/>
                        </a:rPr>
                        <a:t>Per 100 Students</a:t>
                      </a:r>
                      <a:endParaRPr lang="en-US" sz="1400" b="0" u="none" strike="noStrike">
                        <a:solidFill>
                          <a:srgbClr val="000000"/>
                        </a:solidFill>
                        <a:effectLst/>
                        <a:uFillTx/>
                        <a:latin typeface="Times New Roman"/>
                      </a:endParaRPr>
                    </a:p>
                  </a:txBody>
                  <a:tcPr anchor="t" marL="90000" marR="90000" marT="46800" marB="46800">
                    <a:lnL w="5760">
                      <a:solidFill>
                        <a:srgbClr val="000000"/>
                      </a:solidFill>
                      <a:prstDash val="solid"/>
                    </a:lnL>
                    <a:lnR w="13680">
                      <a:solidFill>
                        <a:srgbClr val="000000"/>
                      </a:solidFill>
                      <a:prstDash val="solid"/>
                    </a:lnR>
                    <a:lnT w="13680">
                      <a:solidFill>
                        <a:srgbClr val="000000"/>
                      </a:solidFill>
                      <a:prstDash val="solid"/>
                    </a:lnT>
                    <a:lnB w="13680">
                      <a:solidFill>
                        <a:srgbClr val="000000"/>
                      </a:solidFill>
                      <a:prstDash val="solid"/>
                    </a:lnB>
                    <a:noFill/>
                  </a:tcPr>
                </a:tc>
              </a:tr>
              <a:tr h="307440">
                <a:tc>
                  <a:txBody>
                    <a:bodyPr lIns="90000" tIns="46800" rIns="90000" bIns="46800" anchor="t">
                      <a:noAutofit/>
                    </a:bodyPr>
                    <a:p>
                      <a:pPr>
                        <a:lnSpc>
                          <a:spcPct val="100000"/>
                        </a:lnSpc>
                        <a:spcBef>
                          <a:spcPts val="349"/>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b="0" u="none" strike="noStrike">
                          <a:solidFill>
                            <a:srgbClr val="000000"/>
                          </a:solidFill>
                          <a:effectLst/>
                          <a:uFillTx/>
                          <a:latin typeface="Tahoma"/>
                          <a:ea typeface="宋体"/>
                        </a:rPr>
                        <a:t>Physical Fighting</a:t>
                      </a:r>
                      <a:endParaRPr lang="en-US" sz="1400" b="0" u="none" strike="noStrike">
                        <a:solidFill>
                          <a:srgbClr val="000000"/>
                        </a:solidFill>
                        <a:effectLst/>
                        <a:uFillTx/>
                        <a:latin typeface="Times New Roman"/>
                      </a:endParaRPr>
                    </a:p>
                  </a:txBody>
                  <a:tcPr anchor="t" marL="90000" marR="90000" marT="46800" marB="46800">
                    <a:lnL w="13680">
                      <a:solidFill>
                        <a:srgbClr val="000000"/>
                      </a:solidFill>
                      <a:prstDash val="solid"/>
                    </a:lnL>
                    <a:lnR w="5760">
                      <a:solidFill>
                        <a:srgbClr val="000000"/>
                      </a:solidFill>
                      <a:prstDash val="solid"/>
                    </a:lnR>
                    <a:lnT w="13680">
                      <a:solidFill>
                        <a:srgbClr val="000000"/>
                      </a:solidFill>
                      <a:prstDash val="solid"/>
                    </a:lnT>
                    <a:lnB w="5760">
                      <a:solidFill>
                        <a:srgbClr val="000000"/>
                      </a:solidFill>
                      <a:prstDash val="solid"/>
                    </a:lnB>
                    <a:noFill/>
                  </a:tcPr>
                </a:tc>
                <a:tc>
                  <a:txBody>
                    <a:bodyPr lIns="90000" tIns="46800" rIns="90000" bIns="46800" anchor="t">
                      <a:noAutofit/>
                    </a:bodyPr>
                    <a:p>
                      <a:pPr algn="ctr">
                        <a:lnSpc>
                          <a:spcPct val="100000"/>
                        </a:lnSpc>
                        <a:spcBef>
                          <a:spcPts val="349"/>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b="0" u="none" strike="noStrike">
                          <a:solidFill>
                            <a:srgbClr val="000000"/>
                          </a:solidFill>
                          <a:effectLst/>
                          <a:uFillTx/>
                          <a:latin typeface="Tahoma"/>
                          <a:ea typeface="宋体"/>
                        </a:rPr>
                        <a:t>9,354</a:t>
                      </a:r>
                      <a:endParaRPr lang="en-US" sz="1400" b="0" u="none" strike="noStrike">
                        <a:solidFill>
                          <a:srgbClr val="000000"/>
                        </a:solidFill>
                        <a:effectLst/>
                        <a:uFillTx/>
                        <a:latin typeface="Times New Roman"/>
                      </a:endParaRPr>
                    </a:p>
                  </a:txBody>
                  <a:tcPr anchor="t" marL="90000" marR="90000" marT="46800" marB="46800">
                    <a:lnL w="5760">
                      <a:solidFill>
                        <a:srgbClr val="000000"/>
                      </a:solidFill>
                      <a:prstDash val="solid"/>
                    </a:lnL>
                    <a:lnR w="5760">
                      <a:solidFill>
                        <a:srgbClr val="000000"/>
                      </a:solidFill>
                      <a:prstDash val="solid"/>
                    </a:lnR>
                    <a:lnT w="13680">
                      <a:solidFill>
                        <a:srgbClr val="000000"/>
                      </a:solidFill>
                      <a:prstDash val="solid"/>
                    </a:lnT>
                    <a:lnB w="5760">
                      <a:solidFill>
                        <a:srgbClr val="000000"/>
                      </a:solidFill>
                      <a:prstDash val="solid"/>
                    </a:lnB>
                    <a:noFill/>
                  </a:tcPr>
                </a:tc>
                <a:tc>
                  <a:txBody>
                    <a:bodyPr lIns="90000" tIns="46800" rIns="90000" bIns="46800" anchor="t">
                      <a:noAutofit/>
                    </a:bodyPr>
                    <a:p>
                      <a:pPr algn="ctr">
                        <a:lnSpc>
                          <a:spcPct val="100000"/>
                        </a:lnSpc>
                        <a:spcBef>
                          <a:spcPts val="349"/>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b="0" u="none" strike="noStrike">
                          <a:solidFill>
                            <a:srgbClr val="000000"/>
                          </a:solidFill>
                          <a:effectLst/>
                          <a:uFillTx/>
                          <a:latin typeface="Tahoma"/>
                          <a:ea typeface="宋体"/>
                        </a:rPr>
                        <a:t>1.98</a:t>
                      </a:r>
                      <a:endParaRPr lang="en-US" sz="1400" b="0" u="none" strike="noStrike">
                        <a:solidFill>
                          <a:srgbClr val="000000"/>
                        </a:solidFill>
                        <a:effectLst/>
                        <a:uFillTx/>
                        <a:latin typeface="Times New Roman"/>
                      </a:endParaRPr>
                    </a:p>
                  </a:txBody>
                  <a:tcPr anchor="t" marL="90000" marR="90000" marT="46800" marB="46800">
                    <a:lnL w="5760">
                      <a:solidFill>
                        <a:srgbClr val="000000"/>
                      </a:solidFill>
                      <a:prstDash val="solid"/>
                    </a:lnL>
                    <a:lnR w="13680">
                      <a:solidFill>
                        <a:srgbClr val="000000"/>
                      </a:solidFill>
                      <a:prstDash val="solid"/>
                    </a:lnR>
                    <a:lnT w="13680">
                      <a:solidFill>
                        <a:srgbClr val="000000"/>
                      </a:solidFill>
                      <a:prstDash val="solid"/>
                    </a:lnT>
                    <a:lnB w="5760">
                      <a:solidFill>
                        <a:srgbClr val="000000"/>
                      </a:solidFill>
                      <a:prstDash val="solid"/>
                    </a:lnB>
                    <a:noFill/>
                  </a:tcPr>
                </a:tc>
              </a:tr>
              <a:tr h="307440">
                <a:tc>
                  <a:txBody>
                    <a:bodyPr lIns="90000" tIns="46800" rIns="90000" bIns="46800" anchor="t">
                      <a:noAutofit/>
                    </a:bodyPr>
                    <a:p>
                      <a:pPr>
                        <a:lnSpc>
                          <a:spcPct val="100000"/>
                        </a:lnSpc>
                        <a:spcBef>
                          <a:spcPts val="349"/>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b="0" u="none" strike="noStrike">
                          <a:solidFill>
                            <a:srgbClr val="000000"/>
                          </a:solidFill>
                          <a:effectLst/>
                          <a:uFillTx/>
                          <a:latin typeface="Tahoma"/>
                          <a:ea typeface="宋体"/>
                        </a:rPr>
                        <a:t>Weapons</a:t>
                      </a:r>
                      <a:endParaRPr lang="en-US" sz="1400" b="0" u="none" strike="noStrike">
                        <a:solidFill>
                          <a:srgbClr val="000000"/>
                        </a:solidFill>
                        <a:effectLst/>
                        <a:uFillTx/>
                        <a:latin typeface="Times New Roman"/>
                      </a:endParaRPr>
                    </a:p>
                  </a:txBody>
                  <a:tcPr anchor="t" marL="90000" marR="90000" marT="46800" marB="46800">
                    <a:lnL w="13680">
                      <a:solidFill>
                        <a:srgbClr val="000000"/>
                      </a:solidFill>
                      <a:prstDash val="solid"/>
                    </a:lnL>
                    <a:lnR w="5760">
                      <a:solidFill>
                        <a:srgbClr val="000000"/>
                      </a:solidFill>
                      <a:prstDash val="solid"/>
                    </a:lnR>
                    <a:lnT w="5760">
                      <a:solidFill>
                        <a:srgbClr val="000000"/>
                      </a:solidFill>
                      <a:prstDash val="solid"/>
                    </a:lnT>
                    <a:lnB w="5760">
                      <a:solidFill>
                        <a:srgbClr val="000000"/>
                      </a:solidFill>
                      <a:prstDash val="solid"/>
                    </a:lnB>
                    <a:noFill/>
                  </a:tcPr>
                </a:tc>
                <a:tc>
                  <a:txBody>
                    <a:bodyPr lIns="90000" tIns="46800" rIns="90000" bIns="46800" anchor="t">
                      <a:noAutofit/>
                    </a:bodyPr>
                    <a:p>
                      <a:pPr algn="ctr">
                        <a:lnSpc>
                          <a:spcPct val="100000"/>
                        </a:lnSpc>
                        <a:spcBef>
                          <a:spcPts val="349"/>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b="0" u="none" strike="noStrike">
                          <a:solidFill>
                            <a:srgbClr val="000000"/>
                          </a:solidFill>
                          <a:effectLst/>
                          <a:uFillTx/>
                          <a:latin typeface="Tahoma"/>
                          <a:ea typeface="宋体"/>
                        </a:rPr>
                        <a:t>649</a:t>
                      </a:r>
                      <a:endParaRPr lang="en-US" sz="1400" b="0" u="none" strike="noStrike">
                        <a:solidFill>
                          <a:srgbClr val="000000"/>
                        </a:solidFill>
                        <a:effectLst/>
                        <a:uFillTx/>
                        <a:latin typeface="Times New Roman"/>
                      </a:endParaRPr>
                    </a:p>
                  </a:txBody>
                  <a:tcPr anchor="t" marL="90000" marR="90000" marT="46800" marB="46800">
                    <a:lnL w="5760">
                      <a:solidFill>
                        <a:srgbClr val="000000"/>
                      </a:solidFill>
                      <a:prstDash val="solid"/>
                    </a:lnL>
                    <a:lnR w="5760">
                      <a:solidFill>
                        <a:srgbClr val="000000"/>
                      </a:solidFill>
                      <a:prstDash val="solid"/>
                    </a:lnR>
                    <a:lnT w="5760">
                      <a:solidFill>
                        <a:srgbClr val="000000"/>
                      </a:solidFill>
                      <a:prstDash val="solid"/>
                    </a:lnT>
                    <a:lnB w="5760">
                      <a:solidFill>
                        <a:srgbClr val="000000"/>
                      </a:solidFill>
                      <a:prstDash val="solid"/>
                    </a:lnB>
                    <a:noFill/>
                  </a:tcPr>
                </a:tc>
                <a:tc>
                  <a:txBody>
                    <a:bodyPr lIns="90000" tIns="46800" rIns="90000" bIns="46800" anchor="t">
                      <a:noAutofit/>
                    </a:bodyPr>
                    <a:p>
                      <a:pPr algn="ctr">
                        <a:lnSpc>
                          <a:spcPct val="100000"/>
                        </a:lnSpc>
                        <a:spcBef>
                          <a:spcPts val="349"/>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b="0" u="none" strike="noStrike">
                          <a:solidFill>
                            <a:srgbClr val="000000"/>
                          </a:solidFill>
                          <a:effectLst/>
                          <a:uFillTx/>
                          <a:latin typeface="Tahoma"/>
                          <a:ea typeface="宋体"/>
                        </a:rPr>
                        <a:t>0.14</a:t>
                      </a:r>
                      <a:endParaRPr lang="en-US" sz="1400" b="0" u="none" strike="noStrike">
                        <a:solidFill>
                          <a:srgbClr val="000000"/>
                        </a:solidFill>
                        <a:effectLst/>
                        <a:uFillTx/>
                        <a:latin typeface="Times New Roman"/>
                      </a:endParaRPr>
                    </a:p>
                  </a:txBody>
                  <a:tcPr anchor="t" marL="90000" marR="90000" marT="46800" marB="46800">
                    <a:lnL w="5760">
                      <a:solidFill>
                        <a:srgbClr val="000000"/>
                      </a:solidFill>
                      <a:prstDash val="solid"/>
                    </a:lnL>
                    <a:lnR w="13680">
                      <a:solidFill>
                        <a:srgbClr val="000000"/>
                      </a:solidFill>
                      <a:prstDash val="solid"/>
                    </a:lnR>
                    <a:lnT w="5760">
                      <a:solidFill>
                        <a:srgbClr val="000000"/>
                      </a:solidFill>
                      <a:prstDash val="solid"/>
                    </a:lnT>
                    <a:lnB w="5760">
                      <a:solidFill>
                        <a:srgbClr val="000000"/>
                      </a:solidFill>
                      <a:prstDash val="solid"/>
                    </a:lnB>
                    <a:noFill/>
                  </a:tcPr>
                </a:tc>
              </a:tr>
              <a:tr h="307440">
                <a:tc>
                  <a:txBody>
                    <a:bodyPr lIns="90000" tIns="46800" rIns="90000" bIns="46800" anchor="t">
                      <a:noAutofit/>
                    </a:bodyPr>
                    <a:p>
                      <a:pPr>
                        <a:lnSpc>
                          <a:spcPct val="100000"/>
                        </a:lnSpc>
                        <a:spcBef>
                          <a:spcPts val="349"/>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b="0" u="none" strike="noStrike">
                          <a:solidFill>
                            <a:srgbClr val="000000"/>
                          </a:solidFill>
                          <a:effectLst/>
                          <a:uFillTx/>
                          <a:latin typeface="Tahoma"/>
                          <a:ea typeface="宋体"/>
                        </a:rPr>
                        <a:t>Alcohol</a:t>
                      </a:r>
                      <a:endParaRPr lang="en-US" sz="1400" b="0" u="none" strike="noStrike">
                        <a:solidFill>
                          <a:srgbClr val="000000"/>
                        </a:solidFill>
                        <a:effectLst/>
                        <a:uFillTx/>
                        <a:latin typeface="Times New Roman"/>
                      </a:endParaRPr>
                    </a:p>
                  </a:txBody>
                  <a:tcPr anchor="t" marL="90000" marR="90000" marT="46800" marB="46800">
                    <a:lnL w="13680">
                      <a:solidFill>
                        <a:srgbClr val="000000"/>
                      </a:solidFill>
                      <a:prstDash val="solid"/>
                    </a:lnL>
                    <a:lnR w="5760">
                      <a:solidFill>
                        <a:srgbClr val="000000"/>
                      </a:solidFill>
                      <a:prstDash val="solid"/>
                    </a:lnR>
                    <a:lnT w="5760">
                      <a:solidFill>
                        <a:srgbClr val="000000"/>
                      </a:solidFill>
                      <a:prstDash val="solid"/>
                    </a:lnT>
                    <a:lnB w="5760">
                      <a:solidFill>
                        <a:srgbClr val="000000"/>
                      </a:solidFill>
                      <a:prstDash val="solid"/>
                    </a:lnB>
                    <a:noFill/>
                  </a:tcPr>
                </a:tc>
                <a:tc>
                  <a:txBody>
                    <a:bodyPr lIns="90000" tIns="46800" rIns="90000" bIns="46800" anchor="t">
                      <a:noAutofit/>
                    </a:bodyPr>
                    <a:p>
                      <a:pPr algn="ctr">
                        <a:lnSpc>
                          <a:spcPct val="100000"/>
                        </a:lnSpc>
                        <a:spcBef>
                          <a:spcPts val="349"/>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b="0" u="none" strike="noStrike">
                          <a:solidFill>
                            <a:srgbClr val="000000"/>
                          </a:solidFill>
                          <a:effectLst/>
                          <a:uFillTx/>
                          <a:latin typeface="Tahoma"/>
                          <a:ea typeface="宋体"/>
                        </a:rPr>
                        <a:t>558</a:t>
                      </a:r>
                      <a:endParaRPr lang="en-US" sz="1400" b="0" u="none" strike="noStrike">
                        <a:solidFill>
                          <a:srgbClr val="000000"/>
                        </a:solidFill>
                        <a:effectLst/>
                        <a:uFillTx/>
                        <a:latin typeface="Times New Roman"/>
                      </a:endParaRPr>
                    </a:p>
                  </a:txBody>
                  <a:tcPr anchor="t" marL="90000" marR="90000" marT="46800" marB="46800">
                    <a:lnL w="5760">
                      <a:solidFill>
                        <a:srgbClr val="000000"/>
                      </a:solidFill>
                      <a:prstDash val="solid"/>
                    </a:lnL>
                    <a:lnR w="5760">
                      <a:solidFill>
                        <a:srgbClr val="000000"/>
                      </a:solidFill>
                      <a:prstDash val="solid"/>
                    </a:lnR>
                    <a:lnT w="5760">
                      <a:solidFill>
                        <a:srgbClr val="000000"/>
                      </a:solidFill>
                      <a:prstDash val="solid"/>
                    </a:lnT>
                    <a:lnB w="5760">
                      <a:solidFill>
                        <a:srgbClr val="000000"/>
                      </a:solidFill>
                      <a:prstDash val="solid"/>
                    </a:lnB>
                    <a:noFill/>
                  </a:tcPr>
                </a:tc>
                <a:tc>
                  <a:txBody>
                    <a:bodyPr lIns="90000" tIns="46800" rIns="90000" bIns="46800" anchor="t">
                      <a:noAutofit/>
                    </a:bodyPr>
                    <a:p>
                      <a:pPr algn="ctr">
                        <a:lnSpc>
                          <a:spcPct val="100000"/>
                        </a:lnSpc>
                        <a:spcBef>
                          <a:spcPts val="349"/>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b="0" u="none" strike="noStrike">
                          <a:solidFill>
                            <a:srgbClr val="000000"/>
                          </a:solidFill>
                          <a:effectLst/>
                          <a:uFillTx/>
                          <a:latin typeface="Tahoma"/>
                          <a:ea typeface="宋体"/>
                        </a:rPr>
                        <a:t>0.12</a:t>
                      </a:r>
                      <a:endParaRPr lang="en-US" sz="1400" b="0" u="none" strike="noStrike">
                        <a:solidFill>
                          <a:srgbClr val="000000"/>
                        </a:solidFill>
                        <a:effectLst/>
                        <a:uFillTx/>
                        <a:latin typeface="Times New Roman"/>
                      </a:endParaRPr>
                    </a:p>
                  </a:txBody>
                  <a:tcPr anchor="t" marL="90000" marR="90000" marT="46800" marB="46800">
                    <a:lnL w="5760">
                      <a:solidFill>
                        <a:srgbClr val="000000"/>
                      </a:solidFill>
                      <a:prstDash val="solid"/>
                    </a:lnL>
                    <a:lnR w="13680">
                      <a:solidFill>
                        <a:srgbClr val="000000"/>
                      </a:solidFill>
                      <a:prstDash val="solid"/>
                    </a:lnR>
                    <a:lnT w="5760">
                      <a:solidFill>
                        <a:srgbClr val="000000"/>
                      </a:solidFill>
                      <a:prstDash val="solid"/>
                    </a:lnT>
                    <a:lnB w="5760">
                      <a:solidFill>
                        <a:srgbClr val="000000"/>
                      </a:solidFill>
                      <a:prstDash val="solid"/>
                    </a:lnB>
                    <a:noFill/>
                  </a:tcPr>
                </a:tc>
              </a:tr>
              <a:tr h="307440">
                <a:tc>
                  <a:txBody>
                    <a:bodyPr lIns="90000" tIns="46800" rIns="90000" bIns="46800" anchor="t">
                      <a:noAutofit/>
                    </a:bodyPr>
                    <a:p>
                      <a:pPr>
                        <a:lnSpc>
                          <a:spcPct val="100000"/>
                        </a:lnSpc>
                        <a:spcBef>
                          <a:spcPts val="349"/>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b="0" u="none" strike="noStrike">
                          <a:solidFill>
                            <a:srgbClr val="000000"/>
                          </a:solidFill>
                          <a:effectLst/>
                          <a:uFillTx/>
                          <a:latin typeface="Tahoma"/>
                          <a:ea typeface="宋体"/>
                        </a:rPr>
                        <a:t>Drugs</a:t>
                      </a:r>
                      <a:endParaRPr lang="en-US" sz="1400" b="0" u="none" strike="noStrike">
                        <a:solidFill>
                          <a:srgbClr val="000000"/>
                        </a:solidFill>
                        <a:effectLst/>
                        <a:uFillTx/>
                        <a:latin typeface="Times New Roman"/>
                      </a:endParaRPr>
                    </a:p>
                  </a:txBody>
                  <a:tcPr anchor="t" marL="90000" marR="90000" marT="46800" marB="46800">
                    <a:lnL w="13680">
                      <a:solidFill>
                        <a:srgbClr val="000000"/>
                      </a:solidFill>
                      <a:prstDash val="solid"/>
                    </a:lnL>
                    <a:lnR w="5760">
                      <a:solidFill>
                        <a:srgbClr val="000000"/>
                      </a:solidFill>
                      <a:prstDash val="solid"/>
                    </a:lnR>
                    <a:lnT w="5760">
                      <a:solidFill>
                        <a:srgbClr val="000000"/>
                      </a:solidFill>
                      <a:prstDash val="solid"/>
                    </a:lnT>
                    <a:lnB w="5760">
                      <a:solidFill>
                        <a:srgbClr val="000000"/>
                      </a:solidFill>
                      <a:prstDash val="solid"/>
                    </a:lnB>
                    <a:noFill/>
                  </a:tcPr>
                </a:tc>
                <a:tc>
                  <a:txBody>
                    <a:bodyPr lIns="90000" tIns="46800" rIns="90000" bIns="46800" anchor="t">
                      <a:noAutofit/>
                    </a:bodyPr>
                    <a:p>
                      <a:pPr algn="ctr">
                        <a:lnSpc>
                          <a:spcPct val="100000"/>
                        </a:lnSpc>
                        <a:spcBef>
                          <a:spcPts val="349"/>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b="0" u="none" strike="noStrike">
                          <a:solidFill>
                            <a:srgbClr val="000000"/>
                          </a:solidFill>
                          <a:effectLst/>
                          <a:uFillTx/>
                          <a:latin typeface="Tahoma"/>
                          <a:ea typeface="宋体"/>
                        </a:rPr>
                        <a:t>824</a:t>
                      </a:r>
                      <a:endParaRPr lang="en-US" sz="1400" b="0" u="none" strike="noStrike">
                        <a:solidFill>
                          <a:srgbClr val="000000"/>
                        </a:solidFill>
                        <a:effectLst/>
                        <a:uFillTx/>
                        <a:latin typeface="Times New Roman"/>
                      </a:endParaRPr>
                    </a:p>
                  </a:txBody>
                  <a:tcPr anchor="t" marL="90000" marR="90000" marT="46800" marB="46800">
                    <a:lnL w="5760">
                      <a:solidFill>
                        <a:srgbClr val="000000"/>
                      </a:solidFill>
                      <a:prstDash val="solid"/>
                    </a:lnL>
                    <a:lnR w="5760">
                      <a:solidFill>
                        <a:srgbClr val="000000"/>
                      </a:solidFill>
                      <a:prstDash val="solid"/>
                    </a:lnR>
                    <a:lnT w="5760">
                      <a:solidFill>
                        <a:srgbClr val="000000"/>
                      </a:solidFill>
                      <a:prstDash val="solid"/>
                    </a:lnT>
                    <a:lnB w="5760">
                      <a:solidFill>
                        <a:srgbClr val="000000"/>
                      </a:solidFill>
                      <a:prstDash val="solid"/>
                    </a:lnB>
                    <a:noFill/>
                  </a:tcPr>
                </a:tc>
                <a:tc>
                  <a:txBody>
                    <a:bodyPr lIns="90000" tIns="46800" rIns="90000" bIns="46800" anchor="t">
                      <a:noAutofit/>
                    </a:bodyPr>
                    <a:p>
                      <a:pPr algn="ctr">
                        <a:lnSpc>
                          <a:spcPct val="100000"/>
                        </a:lnSpc>
                        <a:spcBef>
                          <a:spcPts val="349"/>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b="0" u="none" strike="noStrike">
                          <a:solidFill>
                            <a:srgbClr val="000000"/>
                          </a:solidFill>
                          <a:effectLst/>
                          <a:uFillTx/>
                          <a:latin typeface="Tahoma"/>
                          <a:ea typeface="宋体"/>
                        </a:rPr>
                        <a:t>0.17</a:t>
                      </a:r>
                      <a:endParaRPr lang="en-US" sz="1400" b="0" u="none" strike="noStrike">
                        <a:solidFill>
                          <a:srgbClr val="000000"/>
                        </a:solidFill>
                        <a:effectLst/>
                        <a:uFillTx/>
                        <a:latin typeface="Times New Roman"/>
                      </a:endParaRPr>
                    </a:p>
                  </a:txBody>
                  <a:tcPr anchor="t" marL="90000" marR="90000" marT="46800" marB="46800">
                    <a:lnL w="5760">
                      <a:solidFill>
                        <a:srgbClr val="000000"/>
                      </a:solidFill>
                      <a:prstDash val="solid"/>
                    </a:lnL>
                    <a:lnR w="13680">
                      <a:solidFill>
                        <a:srgbClr val="000000"/>
                      </a:solidFill>
                      <a:prstDash val="solid"/>
                    </a:lnR>
                    <a:lnT w="5760">
                      <a:solidFill>
                        <a:srgbClr val="000000"/>
                      </a:solidFill>
                      <a:prstDash val="solid"/>
                    </a:lnT>
                    <a:lnB w="5760">
                      <a:solidFill>
                        <a:srgbClr val="000000"/>
                      </a:solidFill>
                      <a:prstDash val="solid"/>
                    </a:lnB>
                    <a:noFill/>
                  </a:tcPr>
                </a:tc>
              </a:tr>
              <a:tr h="307440">
                <a:tc>
                  <a:txBody>
                    <a:bodyPr lIns="90000" tIns="46800" rIns="90000" bIns="46800" anchor="t">
                      <a:noAutofit/>
                    </a:bodyPr>
                    <a:p>
                      <a:pPr>
                        <a:lnSpc>
                          <a:spcPct val="100000"/>
                        </a:lnSpc>
                        <a:spcBef>
                          <a:spcPts val="349"/>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b="0" u="none" strike="noStrike">
                          <a:solidFill>
                            <a:srgbClr val="000000"/>
                          </a:solidFill>
                          <a:effectLst/>
                          <a:uFillTx/>
                          <a:latin typeface="Tahoma"/>
                          <a:ea typeface="宋体"/>
                        </a:rPr>
                        <a:t>Total</a:t>
                      </a:r>
                      <a:endParaRPr lang="en-US" sz="1400" b="0" u="none" strike="noStrike">
                        <a:solidFill>
                          <a:srgbClr val="000000"/>
                        </a:solidFill>
                        <a:effectLst/>
                        <a:uFillTx/>
                        <a:latin typeface="Times New Roman"/>
                      </a:endParaRPr>
                    </a:p>
                  </a:txBody>
                  <a:tcPr anchor="t" marL="90000" marR="90000" marT="46800" marB="46800">
                    <a:lnL w="13680">
                      <a:solidFill>
                        <a:srgbClr val="000000"/>
                      </a:solidFill>
                      <a:prstDash val="solid"/>
                    </a:lnL>
                    <a:lnR w="5760">
                      <a:solidFill>
                        <a:srgbClr val="000000"/>
                      </a:solidFill>
                      <a:prstDash val="solid"/>
                    </a:lnR>
                    <a:lnT w="5760">
                      <a:solidFill>
                        <a:srgbClr val="000000"/>
                      </a:solidFill>
                      <a:prstDash val="solid"/>
                    </a:lnT>
                    <a:lnB w="13680">
                      <a:solidFill>
                        <a:srgbClr val="000000"/>
                      </a:solidFill>
                      <a:prstDash val="solid"/>
                    </a:lnB>
                    <a:noFill/>
                  </a:tcPr>
                </a:tc>
                <a:tc>
                  <a:txBody>
                    <a:bodyPr lIns="90000" tIns="46800" rIns="90000" bIns="46800" anchor="t">
                      <a:noAutofit/>
                    </a:bodyPr>
                    <a:p>
                      <a:pPr algn="ctr">
                        <a:lnSpc>
                          <a:spcPct val="100000"/>
                        </a:lnSpc>
                        <a:spcBef>
                          <a:spcPts val="349"/>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b="0" u="none" strike="noStrike">
                          <a:solidFill>
                            <a:srgbClr val="000000"/>
                          </a:solidFill>
                          <a:effectLst/>
                          <a:uFillTx/>
                          <a:latin typeface="Tahoma"/>
                          <a:ea typeface="宋体"/>
                        </a:rPr>
                        <a:t>11,385</a:t>
                      </a:r>
                      <a:endParaRPr lang="en-US" sz="1400" b="0" u="none" strike="noStrike">
                        <a:solidFill>
                          <a:srgbClr val="000000"/>
                        </a:solidFill>
                        <a:effectLst/>
                        <a:uFillTx/>
                        <a:latin typeface="Times New Roman"/>
                      </a:endParaRPr>
                    </a:p>
                  </a:txBody>
                  <a:tcPr anchor="t" marL="90000" marR="90000" marT="46800" marB="46800">
                    <a:lnL w="5760">
                      <a:solidFill>
                        <a:srgbClr val="000000"/>
                      </a:solidFill>
                      <a:prstDash val="solid"/>
                    </a:lnL>
                    <a:lnR w="5760">
                      <a:solidFill>
                        <a:srgbClr val="000000"/>
                      </a:solidFill>
                      <a:prstDash val="solid"/>
                    </a:lnR>
                    <a:lnT w="5760">
                      <a:solidFill>
                        <a:srgbClr val="000000"/>
                      </a:solidFill>
                      <a:prstDash val="solid"/>
                    </a:lnT>
                    <a:lnB w="13680">
                      <a:solidFill>
                        <a:srgbClr val="000000"/>
                      </a:solidFill>
                      <a:prstDash val="solid"/>
                    </a:lnB>
                    <a:noFill/>
                  </a:tcPr>
                </a:tc>
                <a:tc>
                  <a:txBody>
                    <a:bodyPr lIns="90000" tIns="46800" rIns="90000" bIns="46800" anchor="t">
                      <a:noAutofit/>
                    </a:bodyPr>
                    <a:p>
                      <a:pPr algn="ctr">
                        <a:lnSpc>
                          <a:spcPct val="100000"/>
                        </a:lnSpc>
                        <a:spcBef>
                          <a:spcPts val="349"/>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b="0" u="none" strike="noStrike">
                          <a:solidFill>
                            <a:srgbClr val="000000"/>
                          </a:solidFill>
                          <a:effectLst/>
                          <a:uFillTx/>
                          <a:latin typeface="Tahoma"/>
                          <a:ea typeface="宋体"/>
                        </a:rPr>
                        <a:t>2.41</a:t>
                      </a:r>
                      <a:endParaRPr lang="en-US" sz="1400" b="0" u="none" strike="noStrike">
                        <a:solidFill>
                          <a:srgbClr val="000000"/>
                        </a:solidFill>
                        <a:effectLst/>
                        <a:uFillTx/>
                        <a:latin typeface="Times New Roman"/>
                      </a:endParaRPr>
                    </a:p>
                  </a:txBody>
                  <a:tcPr anchor="t" marL="90000" marR="90000" marT="46800" marB="46800">
                    <a:lnL w="5760">
                      <a:solidFill>
                        <a:srgbClr val="000000"/>
                      </a:solidFill>
                      <a:prstDash val="solid"/>
                    </a:lnL>
                    <a:lnR w="13680">
                      <a:solidFill>
                        <a:srgbClr val="000000"/>
                      </a:solidFill>
                      <a:prstDash val="solid"/>
                    </a:lnR>
                    <a:lnT w="5760">
                      <a:solidFill>
                        <a:srgbClr val="000000"/>
                      </a:solidFill>
                      <a:prstDash val="solid"/>
                    </a:lnT>
                    <a:lnB w="13680">
                      <a:solidFill>
                        <a:srgbClr val="000000"/>
                      </a:solidFill>
                      <a:prstDash val="solid"/>
                    </a:lnB>
                    <a:noFill/>
                  </a:tcPr>
                </a:tc>
              </a:tr>
            </a:tbl>
          </a:graphicData>
        </a:graphic>
      </p:graphicFrame>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2" name="PlaceHolder 1"/>
          <p:cNvSpPr>
            <a:spLocks noGrp="1"/>
          </p:cNvSpPr>
          <p:nvPr>
            <p:ph type="title"/>
          </p:nvPr>
        </p:nvSpPr>
        <p:spPr>
          <a:xfrm>
            <a:off x="685800" y="533160"/>
            <a:ext cx="7772400" cy="1143000"/>
          </a:xfrm>
          <a:prstGeom prst="rect">
            <a:avLst/>
          </a:prstGeom>
          <a:noFill/>
          <a:ln w="0">
            <a:noFill/>
          </a:ln>
        </p:spPr>
        <p:txBody>
          <a:bodyPr lIns="91440" tIns="45720" rIns="91440" bIns="45720" anchor="ctr">
            <a:noAutofit/>
          </a:bodyPr>
          <a:p>
            <a:pPr indent="0" algn="l">
              <a:lnSpc>
                <a:spcPct val="100000"/>
              </a:lnSpc>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4000" b="1" u="none" strike="noStrike">
                <a:solidFill>
                  <a:srgbClr val="FFFFFF"/>
                </a:solidFill>
                <a:effectLst/>
                <a:uFillTx/>
                <a:latin typeface="Tahoma"/>
                <a:ea typeface="宋体"/>
              </a:rPr>
              <a:t>停课与开除</a:t>
            </a:r>
            <a:endParaRPr lang="en-US" sz="4000" b="0" u="none" strike="noStrike">
              <a:solidFill>
                <a:srgbClr val="FFFFFF"/>
              </a:solidFill>
              <a:effectLst/>
              <a:uFillTx/>
              <a:latin typeface="Times New Roman"/>
            </a:endParaRPr>
          </a:p>
        </p:txBody>
      </p:sp>
      <p:sp>
        <p:nvSpPr>
          <p:cNvPr id="163" name="PlaceHolder 2"/>
          <p:cNvSpPr>
            <a:spLocks noGrp="1"/>
          </p:cNvSpPr>
          <p:nvPr>
            <p:ph/>
          </p:nvPr>
        </p:nvSpPr>
        <p:spPr>
          <a:xfrm>
            <a:off x="685800" y="2057400"/>
            <a:ext cx="7772400" cy="4114800"/>
          </a:xfrm>
          <a:prstGeom prst="rect">
            <a:avLst/>
          </a:prstGeom>
          <a:noFill/>
          <a:ln w="0">
            <a:noFill/>
          </a:ln>
        </p:spPr>
        <p:txBody>
          <a:bodyPr lIns="91440" tIns="45720" rIns="91440" bIns="45720" anchor="t">
            <a:normAutofit/>
          </a:bodyPr>
          <a:p>
            <a:pPr marL="343080" indent="-343080" algn="l">
              <a:lnSpc>
                <a:spcPct val="100000"/>
              </a:lnSpc>
              <a:spcBef>
                <a:spcPts val="850"/>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3400" b="1" u="none" strike="noStrike">
                <a:solidFill>
                  <a:srgbClr val="000000"/>
                </a:solidFill>
                <a:effectLst/>
                <a:uFillTx/>
                <a:latin typeface="Tahoma"/>
                <a:ea typeface="宋体"/>
              </a:rPr>
              <a:t>既往结果</a:t>
            </a:r>
            <a:endParaRPr lang="en-US" sz="3400" b="0" u="none" strike="noStrike">
              <a:solidFill>
                <a:srgbClr val="000000"/>
              </a:solidFill>
              <a:effectLst/>
              <a:uFillTx/>
              <a:latin typeface="Times New Roman"/>
            </a:endParaRPr>
          </a:p>
          <a:p>
            <a:pPr marL="343080" indent="-343080" algn="l">
              <a:lnSpc>
                <a:spcPct val="100000"/>
              </a:lnSpc>
              <a:spcBef>
                <a:spcPts val="850"/>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3400" b="0" u="none" strike="noStrike">
              <a:solidFill>
                <a:srgbClr val="000000"/>
              </a:solidFill>
              <a:effectLst/>
              <a:uFillTx/>
              <a:latin typeface="Times New Roman"/>
            </a:endParaRPr>
          </a:p>
          <a:p>
            <a:pPr marL="343080" indent="-343080" algn="l">
              <a:lnSpc>
                <a:spcPct val="100000"/>
              </a:lnSpc>
              <a:spcBef>
                <a:spcPts val="850"/>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3400" b="1" u="none" strike="noStrike">
                <a:solidFill>
                  <a:srgbClr val="000000"/>
                </a:solidFill>
                <a:effectLst/>
                <a:uFillTx/>
                <a:latin typeface="Tahoma"/>
                <a:ea typeface="宋体"/>
              </a:rPr>
              <a:t>2004-05 </a:t>
            </a:r>
            <a:r>
              <a:rPr lang="zh-CN" sz="3400" b="1" u="none" strike="noStrike">
                <a:solidFill>
                  <a:srgbClr val="000000"/>
                </a:solidFill>
                <a:effectLst/>
                <a:uFillTx/>
                <a:latin typeface="Tahoma"/>
                <a:ea typeface="宋体"/>
              </a:rPr>
              <a:t>学年按学校阶段统计的停课 </a:t>
            </a:r>
            <a:r>
              <a:rPr lang="en-US" sz="3400" b="1" u="none" strike="noStrike">
                <a:solidFill>
                  <a:srgbClr val="000000"/>
                </a:solidFill>
                <a:effectLst/>
                <a:uFillTx/>
                <a:latin typeface="Tahoma"/>
                <a:ea typeface="宋体"/>
              </a:rPr>
              <a:t>+ </a:t>
            </a:r>
            <a:r>
              <a:rPr lang="zh-CN" sz="3400" b="1" u="none" strike="noStrike">
                <a:solidFill>
                  <a:srgbClr val="000000"/>
                </a:solidFill>
                <a:effectLst/>
                <a:uFillTx/>
                <a:latin typeface="Tahoma"/>
                <a:ea typeface="宋体"/>
              </a:rPr>
              <a:t>开除</a:t>
            </a:r>
            <a:endParaRPr lang="en-US" sz="3400" b="0" u="none" strike="noStrike">
              <a:solidFill>
                <a:srgbClr val="000000"/>
              </a:solidFill>
              <a:effectLst/>
              <a:uFillTx/>
              <a:latin typeface="Times New Roman"/>
            </a:endParaRPr>
          </a:p>
        </p:txBody>
      </p:sp>
      <p:graphicFrame>
        <p:nvGraphicFramePr>
          <p:cNvPr id="164" name=""/>
          <p:cNvGraphicFramePr/>
          <p:nvPr/>
        </p:nvGraphicFramePr>
        <p:xfrm>
          <a:off x="1523880" y="3657600"/>
          <a:ext cx="6096240" cy="2133720"/>
        </p:xfrm>
        <a:graphic>
          <a:graphicData uri="http://schemas.openxmlformats.org/drawingml/2006/table">
            <a:tbl>
              <a:tblPr/>
              <a:tblGrid>
                <a:gridCol w="2032200"/>
                <a:gridCol w="2031840"/>
                <a:gridCol w="2032200"/>
              </a:tblGrid>
              <a:tr h="307440">
                <a:tc>
                  <a:txBody>
                    <a:bodyPr lIns="90000" tIns="46800" rIns="90000" bIns="46800" anchor="t">
                      <a:noAutofit/>
                    </a:bodyPr>
                    <a:p>
                      <a:pPr>
                        <a:lnSpc>
                          <a:spcPct val="100000"/>
                        </a:lnSpc>
                        <a:spcBef>
                          <a:spcPts val="349"/>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b="1" u="none" strike="noStrike">
                          <a:solidFill>
                            <a:srgbClr val="000000"/>
                          </a:solidFill>
                          <a:effectLst/>
                          <a:uFillTx/>
                          <a:latin typeface="Tahoma"/>
                          <a:ea typeface="宋体"/>
                        </a:rPr>
                        <a:t>School Level</a:t>
                      </a:r>
                      <a:endParaRPr lang="en-US" sz="1400" b="0" u="none" strike="noStrike">
                        <a:solidFill>
                          <a:srgbClr val="000000"/>
                        </a:solidFill>
                        <a:effectLst/>
                        <a:uFillTx/>
                        <a:latin typeface="Times New Roman"/>
                      </a:endParaRPr>
                    </a:p>
                  </a:txBody>
                  <a:tcPr anchor="t" marL="90000" marR="90000" marT="46800" marB="46800">
                    <a:lnL w="13680">
                      <a:solidFill>
                        <a:srgbClr val="000000"/>
                      </a:solidFill>
                      <a:prstDash val="solid"/>
                    </a:lnL>
                    <a:lnR w="5760">
                      <a:solidFill>
                        <a:srgbClr val="000000"/>
                      </a:solidFill>
                      <a:prstDash val="solid"/>
                    </a:lnR>
                    <a:lnT w="13680">
                      <a:solidFill>
                        <a:srgbClr val="000000"/>
                      </a:solidFill>
                      <a:prstDash val="solid"/>
                    </a:lnT>
                    <a:lnB w="13680">
                      <a:solidFill>
                        <a:srgbClr val="000000"/>
                      </a:solidFill>
                      <a:prstDash val="solid"/>
                    </a:lnB>
                    <a:noFill/>
                  </a:tcPr>
                </a:tc>
                <a:tc>
                  <a:txBody>
                    <a:bodyPr lIns="90000" tIns="46800" rIns="90000" bIns="46800" anchor="t">
                      <a:noAutofit/>
                    </a:bodyPr>
                    <a:p>
                      <a:pPr algn="ctr">
                        <a:lnSpc>
                          <a:spcPct val="100000"/>
                        </a:lnSpc>
                        <a:spcBef>
                          <a:spcPts val="349"/>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b="1" u="none" strike="noStrike">
                          <a:solidFill>
                            <a:srgbClr val="000000"/>
                          </a:solidFill>
                          <a:effectLst/>
                          <a:uFillTx/>
                          <a:latin typeface="Tahoma"/>
                          <a:ea typeface="宋体"/>
                        </a:rPr>
                        <a:t>Total</a:t>
                      </a:r>
                      <a:endParaRPr lang="en-US" sz="1400" b="0" u="none" strike="noStrike">
                        <a:solidFill>
                          <a:srgbClr val="000000"/>
                        </a:solidFill>
                        <a:effectLst/>
                        <a:uFillTx/>
                        <a:latin typeface="Times New Roman"/>
                      </a:endParaRPr>
                    </a:p>
                  </a:txBody>
                  <a:tcPr anchor="t" marL="90000" marR="90000" marT="46800" marB="46800">
                    <a:lnL w="5760">
                      <a:solidFill>
                        <a:srgbClr val="000000"/>
                      </a:solidFill>
                      <a:prstDash val="solid"/>
                    </a:lnL>
                    <a:lnR w="5760">
                      <a:solidFill>
                        <a:srgbClr val="000000"/>
                      </a:solidFill>
                      <a:prstDash val="solid"/>
                    </a:lnR>
                    <a:lnT w="13680">
                      <a:solidFill>
                        <a:srgbClr val="000000"/>
                      </a:solidFill>
                      <a:prstDash val="solid"/>
                    </a:lnT>
                    <a:lnB w="13680">
                      <a:solidFill>
                        <a:srgbClr val="000000"/>
                      </a:solidFill>
                      <a:prstDash val="solid"/>
                    </a:lnB>
                    <a:noFill/>
                  </a:tcPr>
                </a:tc>
                <a:tc>
                  <a:txBody>
                    <a:bodyPr lIns="90000" tIns="46800" rIns="90000" bIns="46800" anchor="t">
                      <a:noAutofit/>
                    </a:bodyPr>
                    <a:p>
                      <a:pPr algn="ctr">
                        <a:lnSpc>
                          <a:spcPct val="100000"/>
                        </a:lnSpc>
                        <a:spcBef>
                          <a:spcPts val="349"/>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b="1" u="none" strike="noStrike">
                          <a:solidFill>
                            <a:srgbClr val="000000"/>
                          </a:solidFill>
                          <a:effectLst/>
                          <a:uFillTx/>
                          <a:latin typeface="Tahoma"/>
                          <a:ea typeface="宋体"/>
                        </a:rPr>
                        <a:t>Per 100 Students</a:t>
                      </a:r>
                      <a:endParaRPr lang="en-US" sz="1400" b="0" u="none" strike="noStrike">
                        <a:solidFill>
                          <a:srgbClr val="000000"/>
                        </a:solidFill>
                        <a:effectLst/>
                        <a:uFillTx/>
                        <a:latin typeface="Times New Roman"/>
                      </a:endParaRPr>
                    </a:p>
                  </a:txBody>
                  <a:tcPr anchor="t" marL="90000" marR="90000" marT="46800" marB="46800">
                    <a:lnL w="5760">
                      <a:solidFill>
                        <a:srgbClr val="000000"/>
                      </a:solidFill>
                      <a:prstDash val="solid"/>
                    </a:lnL>
                    <a:lnR w="13680">
                      <a:solidFill>
                        <a:srgbClr val="000000"/>
                      </a:solidFill>
                      <a:prstDash val="solid"/>
                    </a:lnR>
                    <a:lnT w="13680">
                      <a:solidFill>
                        <a:srgbClr val="000000"/>
                      </a:solidFill>
                      <a:prstDash val="solid"/>
                    </a:lnT>
                    <a:lnB w="13680">
                      <a:solidFill>
                        <a:srgbClr val="000000"/>
                      </a:solidFill>
                      <a:prstDash val="solid"/>
                    </a:lnB>
                    <a:noFill/>
                  </a:tcPr>
                </a:tc>
              </a:tr>
              <a:tr h="307440">
                <a:tc>
                  <a:txBody>
                    <a:bodyPr lIns="90000" tIns="46800" rIns="90000" bIns="46800" anchor="t">
                      <a:noAutofit/>
                    </a:bodyPr>
                    <a:p>
                      <a:pPr>
                        <a:lnSpc>
                          <a:spcPct val="100000"/>
                        </a:lnSpc>
                        <a:spcBef>
                          <a:spcPts val="349"/>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b="0" u="none" strike="noStrike">
                          <a:solidFill>
                            <a:srgbClr val="000000"/>
                          </a:solidFill>
                          <a:effectLst/>
                          <a:uFillTx/>
                          <a:latin typeface="Tahoma"/>
                          <a:ea typeface="宋体"/>
                        </a:rPr>
                        <a:t>High School</a:t>
                      </a:r>
                      <a:endParaRPr lang="en-US" sz="1400" b="0" u="none" strike="noStrike">
                        <a:solidFill>
                          <a:srgbClr val="000000"/>
                        </a:solidFill>
                        <a:effectLst/>
                        <a:uFillTx/>
                        <a:latin typeface="Times New Roman"/>
                      </a:endParaRPr>
                    </a:p>
                  </a:txBody>
                  <a:tcPr anchor="t" marL="90000" marR="90000" marT="46800" marB="46800">
                    <a:lnL w="13680">
                      <a:solidFill>
                        <a:srgbClr val="000000"/>
                      </a:solidFill>
                      <a:prstDash val="solid"/>
                    </a:lnL>
                    <a:lnR w="5760">
                      <a:solidFill>
                        <a:srgbClr val="000000"/>
                      </a:solidFill>
                      <a:prstDash val="solid"/>
                    </a:lnR>
                    <a:lnT w="13680">
                      <a:solidFill>
                        <a:srgbClr val="000000"/>
                      </a:solidFill>
                      <a:prstDash val="solid"/>
                    </a:lnT>
                    <a:lnB w="5760">
                      <a:solidFill>
                        <a:srgbClr val="000000"/>
                      </a:solidFill>
                      <a:prstDash val="solid"/>
                    </a:lnB>
                    <a:noFill/>
                  </a:tcPr>
                </a:tc>
                <a:tc>
                  <a:txBody>
                    <a:bodyPr lIns="90000" tIns="46800" rIns="90000" bIns="46800" anchor="t">
                      <a:noAutofit/>
                    </a:bodyPr>
                    <a:p>
                      <a:pPr algn="ctr">
                        <a:lnSpc>
                          <a:spcPct val="100000"/>
                        </a:lnSpc>
                        <a:spcBef>
                          <a:spcPts val="349"/>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b="0" u="none" strike="noStrike">
                          <a:solidFill>
                            <a:srgbClr val="000000"/>
                          </a:solidFill>
                          <a:effectLst/>
                          <a:uFillTx/>
                          <a:latin typeface="Tahoma"/>
                          <a:ea typeface="宋体"/>
                        </a:rPr>
                        <a:t>4,803</a:t>
                      </a:r>
                      <a:endParaRPr lang="en-US" sz="1400" b="0" u="none" strike="noStrike">
                        <a:solidFill>
                          <a:srgbClr val="000000"/>
                        </a:solidFill>
                        <a:effectLst/>
                        <a:uFillTx/>
                        <a:latin typeface="Times New Roman"/>
                      </a:endParaRPr>
                    </a:p>
                  </a:txBody>
                  <a:tcPr anchor="t" marL="90000" marR="90000" marT="46800" marB="46800">
                    <a:lnL w="5760">
                      <a:solidFill>
                        <a:srgbClr val="000000"/>
                      </a:solidFill>
                      <a:prstDash val="solid"/>
                    </a:lnL>
                    <a:lnR w="5760">
                      <a:solidFill>
                        <a:srgbClr val="000000"/>
                      </a:solidFill>
                      <a:prstDash val="solid"/>
                    </a:lnR>
                    <a:lnT w="13680">
                      <a:solidFill>
                        <a:srgbClr val="000000"/>
                      </a:solidFill>
                      <a:prstDash val="solid"/>
                    </a:lnT>
                    <a:lnB w="5760">
                      <a:solidFill>
                        <a:srgbClr val="000000"/>
                      </a:solidFill>
                      <a:prstDash val="solid"/>
                    </a:lnB>
                    <a:noFill/>
                  </a:tcPr>
                </a:tc>
                <a:tc>
                  <a:txBody>
                    <a:bodyPr lIns="90000" tIns="46800" rIns="90000" bIns="46800" anchor="t">
                      <a:noAutofit/>
                    </a:bodyPr>
                    <a:p>
                      <a:pPr algn="ctr">
                        <a:lnSpc>
                          <a:spcPct val="100000"/>
                        </a:lnSpc>
                        <a:spcBef>
                          <a:spcPts val="349"/>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b="0" u="none" strike="noStrike">
                          <a:solidFill>
                            <a:srgbClr val="000000"/>
                          </a:solidFill>
                          <a:effectLst/>
                          <a:uFillTx/>
                          <a:latin typeface="Tahoma"/>
                          <a:ea typeface="宋体"/>
                        </a:rPr>
                        <a:t>3.07</a:t>
                      </a:r>
                      <a:endParaRPr lang="en-US" sz="1400" b="0" u="none" strike="noStrike">
                        <a:solidFill>
                          <a:srgbClr val="000000"/>
                        </a:solidFill>
                        <a:effectLst/>
                        <a:uFillTx/>
                        <a:latin typeface="Times New Roman"/>
                      </a:endParaRPr>
                    </a:p>
                  </a:txBody>
                  <a:tcPr anchor="t" marL="90000" marR="90000" marT="46800" marB="46800">
                    <a:lnL w="5760">
                      <a:solidFill>
                        <a:srgbClr val="000000"/>
                      </a:solidFill>
                      <a:prstDash val="solid"/>
                    </a:lnL>
                    <a:lnR w="13680">
                      <a:solidFill>
                        <a:srgbClr val="000000"/>
                      </a:solidFill>
                      <a:prstDash val="solid"/>
                    </a:lnR>
                    <a:lnT w="13680">
                      <a:solidFill>
                        <a:srgbClr val="000000"/>
                      </a:solidFill>
                      <a:prstDash val="solid"/>
                    </a:lnT>
                    <a:lnB w="5760">
                      <a:solidFill>
                        <a:srgbClr val="000000"/>
                      </a:solidFill>
                      <a:prstDash val="solid"/>
                    </a:lnB>
                    <a:noFill/>
                  </a:tcPr>
                </a:tc>
              </a:tr>
              <a:tr h="307440">
                <a:tc>
                  <a:txBody>
                    <a:bodyPr lIns="90000" tIns="46800" rIns="90000" bIns="46800" anchor="t">
                      <a:noAutofit/>
                    </a:bodyPr>
                    <a:p>
                      <a:pPr>
                        <a:lnSpc>
                          <a:spcPct val="100000"/>
                        </a:lnSpc>
                        <a:spcBef>
                          <a:spcPts val="349"/>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b="0" u="none" strike="noStrike">
                          <a:solidFill>
                            <a:srgbClr val="000000"/>
                          </a:solidFill>
                          <a:effectLst/>
                          <a:uFillTx/>
                          <a:latin typeface="Tahoma"/>
                          <a:ea typeface="宋体"/>
                        </a:rPr>
                        <a:t>Junior High</a:t>
                      </a:r>
                      <a:endParaRPr lang="en-US" sz="1400" b="0" u="none" strike="noStrike">
                        <a:solidFill>
                          <a:srgbClr val="000000"/>
                        </a:solidFill>
                        <a:effectLst/>
                        <a:uFillTx/>
                        <a:latin typeface="Times New Roman"/>
                      </a:endParaRPr>
                    </a:p>
                  </a:txBody>
                  <a:tcPr anchor="t" marL="90000" marR="90000" marT="46800" marB="46800">
                    <a:lnL w="13680">
                      <a:solidFill>
                        <a:srgbClr val="000000"/>
                      </a:solidFill>
                      <a:prstDash val="solid"/>
                    </a:lnL>
                    <a:lnR w="5760">
                      <a:solidFill>
                        <a:srgbClr val="000000"/>
                      </a:solidFill>
                      <a:prstDash val="solid"/>
                    </a:lnR>
                    <a:lnT w="5760">
                      <a:solidFill>
                        <a:srgbClr val="000000"/>
                      </a:solidFill>
                      <a:prstDash val="solid"/>
                    </a:lnT>
                    <a:lnB w="5760">
                      <a:solidFill>
                        <a:srgbClr val="000000"/>
                      </a:solidFill>
                      <a:prstDash val="solid"/>
                    </a:lnB>
                    <a:noFill/>
                  </a:tcPr>
                </a:tc>
                <a:tc>
                  <a:txBody>
                    <a:bodyPr lIns="90000" tIns="46800" rIns="90000" bIns="46800" anchor="t">
                      <a:noAutofit/>
                    </a:bodyPr>
                    <a:p>
                      <a:pPr algn="ctr">
                        <a:lnSpc>
                          <a:spcPct val="100000"/>
                        </a:lnSpc>
                        <a:spcBef>
                          <a:spcPts val="349"/>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b="0" u="none" strike="noStrike">
                          <a:solidFill>
                            <a:srgbClr val="000000"/>
                          </a:solidFill>
                          <a:effectLst/>
                          <a:uFillTx/>
                          <a:latin typeface="Tahoma"/>
                          <a:ea typeface="宋体"/>
                        </a:rPr>
                        <a:t>457</a:t>
                      </a:r>
                      <a:endParaRPr lang="en-US" sz="1400" b="0" u="none" strike="noStrike">
                        <a:solidFill>
                          <a:srgbClr val="000000"/>
                        </a:solidFill>
                        <a:effectLst/>
                        <a:uFillTx/>
                        <a:latin typeface="Times New Roman"/>
                      </a:endParaRPr>
                    </a:p>
                  </a:txBody>
                  <a:tcPr anchor="t" marL="90000" marR="90000" marT="46800" marB="46800">
                    <a:lnL w="5760">
                      <a:solidFill>
                        <a:srgbClr val="000000"/>
                      </a:solidFill>
                      <a:prstDash val="solid"/>
                    </a:lnL>
                    <a:lnR w="5760">
                      <a:solidFill>
                        <a:srgbClr val="000000"/>
                      </a:solidFill>
                      <a:prstDash val="solid"/>
                    </a:lnR>
                    <a:lnT w="5760">
                      <a:solidFill>
                        <a:srgbClr val="000000"/>
                      </a:solidFill>
                      <a:prstDash val="solid"/>
                    </a:lnT>
                    <a:lnB w="5760">
                      <a:solidFill>
                        <a:srgbClr val="000000"/>
                      </a:solidFill>
                      <a:prstDash val="solid"/>
                    </a:lnB>
                    <a:noFill/>
                  </a:tcPr>
                </a:tc>
                <a:tc>
                  <a:txBody>
                    <a:bodyPr lIns="90000" tIns="46800" rIns="90000" bIns="46800" anchor="t">
                      <a:noAutofit/>
                    </a:bodyPr>
                    <a:p>
                      <a:pPr algn="ctr">
                        <a:lnSpc>
                          <a:spcPct val="100000"/>
                        </a:lnSpc>
                        <a:spcBef>
                          <a:spcPts val="349"/>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b="0" u="none" strike="noStrike">
                          <a:solidFill>
                            <a:srgbClr val="000000"/>
                          </a:solidFill>
                          <a:effectLst/>
                          <a:uFillTx/>
                          <a:latin typeface="Tahoma"/>
                          <a:ea typeface="宋体"/>
                        </a:rPr>
                        <a:t>3.53</a:t>
                      </a:r>
                      <a:endParaRPr lang="en-US" sz="1400" b="0" u="none" strike="noStrike">
                        <a:solidFill>
                          <a:srgbClr val="000000"/>
                        </a:solidFill>
                        <a:effectLst/>
                        <a:uFillTx/>
                        <a:latin typeface="Times New Roman"/>
                      </a:endParaRPr>
                    </a:p>
                  </a:txBody>
                  <a:tcPr anchor="t" marL="90000" marR="90000" marT="46800" marB="46800">
                    <a:lnL w="5760">
                      <a:solidFill>
                        <a:srgbClr val="000000"/>
                      </a:solidFill>
                      <a:prstDash val="solid"/>
                    </a:lnL>
                    <a:lnR w="13680">
                      <a:solidFill>
                        <a:srgbClr val="000000"/>
                      </a:solidFill>
                      <a:prstDash val="solid"/>
                    </a:lnR>
                    <a:lnT w="5760">
                      <a:solidFill>
                        <a:srgbClr val="000000"/>
                      </a:solidFill>
                      <a:prstDash val="solid"/>
                    </a:lnT>
                    <a:lnB w="5760">
                      <a:solidFill>
                        <a:srgbClr val="000000"/>
                      </a:solidFill>
                      <a:prstDash val="solid"/>
                    </a:lnB>
                    <a:noFill/>
                  </a:tcPr>
                </a:tc>
              </a:tr>
              <a:tr h="307440">
                <a:tc>
                  <a:txBody>
                    <a:bodyPr lIns="90000" tIns="46800" rIns="90000" bIns="46800" anchor="t">
                      <a:noAutofit/>
                    </a:bodyPr>
                    <a:p>
                      <a:pPr>
                        <a:lnSpc>
                          <a:spcPct val="100000"/>
                        </a:lnSpc>
                        <a:spcBef>
                          <a:spcPts val="349"/>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b="0" u="none" strike="noStrike">
                          <a:solidFill>
                            <a:srgbClr val="000000"/>
                          </a:solidFill>
                          <a:effectLst/>
                          <a:uFillTx/>
                          <a:latin typeface="Tahoma"/>
                          <a:ea typeface="宋体"/>
                        </a:rPr>
                        <a:t>Middle School</a:t>
                      </a:r>
                      <a:endParaRPr lang="en-US" sz="1400" b="0" u="none" strike="noStrike">
                        <a:solidFill>
                          <a:srgbClr val="000000"/>
                        </a:solidFill>
                        <a:effectLst/>
                        <a:uFillTx/>
                        <a:latin typeface="Times New Roman"/>
                      </a:endParaRPr>
                    </a:p>
                  </a:txBody>
                  <a:tcPr anchor="t" marL="90000" marR="90000" marT="46800" marB="46800">
                    <a:lnL w="13680">
                      <a:solidFill>
                        <a:srgbClr val="000000"/>
                      </a:solidFill>
                      <a:prstDash val="solid"/>
                    </a:lnL>
                    <a:lnR w="5760">
                      <a:solidFill>
                        <a:srgbClr val="000000"/>
                      </a:solidFill>
                      <a:prstDash val="solid"/>
                    </a:lnR>
                    <a:lnT w="5760">
                      <a:solidFill>
                        <a:srgbClr val="000000"/>
                      </a:solidFill>
                      <a:prstDash val="solid"/>
                    </a:lnT>
                    <a:lnB w="5760">
                      <a:solidFill>
                        <a:srgbClr val="000000"/>
                      </a:solidFill>
                      <a:prstDash val="solid"/>
                    </a:lnB>
                    <a:noFill/>
                  </a:tcPr>
                </a:tc>
                <a:tc>
                  <a:txBody>
                    <a:bodyPr lIns="90000" tIns="46800" rIns="90000" bIns="46800" anchor="t">
                      <a:noAutofit/>
                    </a:bodyPr>
                    <a:p>
                      <a:pPr algn="ctr">
                        <a:lnSpc>
                          <a:spcPct val="100000"/>
                        </a:lnSpc>
                        <a:spcBef>
                          <a:spcPts val="349"/>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b="0" u="none" strike="noStrike">
                          <a:solidFill>
                            <a:srgbClr val="000000"/>
                          </a:solidFill>
                          <a:effectLst/>
                          <a:uFillTx/>
                          <a:latin typeface="Tahoma"/>
                          <a:ea typeface="宋体"/>
                        </a:rPr>
                        <a:t>3,964</a:t>
                      </a:r>
                      <a:endParaRPr lang="en-US" sz="1400" b="0" u="none" strike="noStrike">
                        <a:solidFill>
                          <a:srgbClr val="000000"/>
                        </a:solidFill>
                        <a:effectLst/>
                        <a:uFillTx/>
                        <a:latin typeface="Times New Roman"/>
                      </a:endParaRPr>
                    </a:p>
                  </a:txBody>
                  <a:tcPr anchor="t" marL="90000" marR="90000" marT="46800" marB="46800">
                    <a:lnL w="5760">
                      <a:solidFill>
                        <a:srgbClr val="000000"/>
                      </a:solidFill>
                      <a:prstDash val="solid"/>
                    </a:lnL>
                    <a:lnR w="5760">
                      <a:solidFill>
                        <a:srgbClr val="000000"/>
                      </a:solidFill>
                      <a:prstDash val="solid"/>
                    </a:lnR>
                    <a:lnT w="5760">
                      <a:solidFill>
                        <a:srgbClr val="000000"/>
                      </a:solidFill>
                      <a:prstDash val="solid"/>
                    </a:lnT>
                    <a:lnB w="5760">
                      <a:solidFill>
                        <a:srgbClr val="000000"/>
                      </a:solidFill>
                      <a:prstDash val="solid"/>
                    </a:lnB>
                    <a:noFill/>
                  </a:tcPr>
                </a:tc>
                <a:tc>
                  <a:txBody>
                    <a:bodyPr lIns="90000" tIns="46800" rIns="90000" bIns="46800" anchor="t">
                      <a:noAutofit/>
                    </a:bodyPr>
                    <a:p>
                      <a:pPr algn="ctr">
                        <a:lnSpc>
                          <a:spcPct val="100000"/>
                        </a:lnSpc>
                        <a:spcBef>
                          <a:spcPts val="349"/>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b="0" u="none" strike="noStrike">
                          <a:solidFill>
                            <a:srgbClr val="000000"/>
                          </a:solidFill>
                          <a:effectLst/>
                          <a:uFillTx/>
                          <a:latin typeface="Tahoma"/>
                          <a:ea typeface="宋体"/>
                        </a:rPr>
                        <a:t>4.76</a:t>
                      </a:r>
                      <a:endParaRPr lang="en-US" sz="1400" b="0" u="none" strike="noStrike">
                        <a:solidFill>
                          <a:srgbClr val="000000"/>
                        </a:solidFill>
                        <a:effectLst/>
                        <a:uFillTx/>
                        <a:latin typeface="Times New Roman"/>
                      </a:endParaRPr>
                    </a:p>
                  </a:txBody>
                  <a:tcPr anchor="t" marL="90000" marR="90000" marT="46800" marB="46800">
                    <a:lnL w="5760">
                      <a:solidFill>
                        <a:srgbClr val="000000"/>
                      </a:solidFill>
                      <a:prstDash val="solid"/>
                    </a:lnL>
                    <a:lnR w="13680">
                      <a:solidFill>
                        <a:srgbClr val="000000"/>
                      </a:solidFill>
                      <a:prstDash val="solid"/>
                    </a:lnR>
                    <a:lnT w="5760">
                      <a:solidFill>
                        <a:srgbClr val="000000"/>
                      </a:solidFill>
                      <a:prstDash val="solid"/>
                    </a:lnT>
                    <a:lnB w="5760">
                      <a:solidFill>
                        <a:srgbClr val="000000"/>
                      </a:solidFill>
                      <a:prstDash val="solid"/>
                    </a:lnB>
                    <a:noFill/>
                  </a:tcPr>
                </a:tc>
              </a:tr>
              <a:tr h="307440">
                <a:tc>
                  <a:txBody>
                    <a:bodyPr lIns="90000" tIns="46800" rIns="90000" bIns="46800" anchor="t">
                      <a:noAutofit/>
                    </a:bodyPr>
                    <a:p>
                      <a:pPr>
                        <a:lnSpc>
                          <a:spcPct val="100000"/>
                        </a:lnSpc>
                        <a:spcBef>
                          <a:spcPts val="349"/>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b="0" u="none" strike="noStrike">
                          <a:solidFill>
                            <a:srgbClr val="000000"/>
                          </a:solidFill>
                          <a:effectLst/>
                          <a:uFillTx/>
                          <a:latin typeface="Tahoma"/>
                          <a:ea typeface="宋体"/>
                        </a:rPr>
                        <a:t>Elementary School</a:t>
                      </a:r>
                      <a:endParaRPr lang="en-US" sz="1400" b="0" u="none" strike="noStrike">
                        <a:solidFill>
                          <a:srgbClr val="000000"/>
                        </a:solidFill>
                        <a:effectLst/>
                        <a:uFillTx/>
                        <a:latin typeface="Times New Roman"/>
                      </a:endParaRPr>
                    </a:p>
                  </a:txBody>
                  <a:tcPr anchor="t" marL="90000" marR="90000" marT="46800" marB="46800">
                    <a:lnL w="13680">
                      <a:solidFill>
                        <a:srgbClr val="000000"/>
                      </a:solidFill>
                      <a:prstDash val="solid"/>
                    </a:lnL>
                    <a:lnR w="5760">
                      <a:solidFill>
                        <a:srgbClr val="000000"/>
                      </a:solidFill>
                      <a:prstDash val="solid"/>
                    </a:lnR>
                    <a:lnT w="5760">
                      <a:solidFill>
                        <a:srgbClr val="000000"/>
                      </a:solidFill>
                      <a:prstDash val="solid"/>
                    </a:lnT>
                    <a:lnB w="5760">
                      <a:solidFill>
                        <a:srgbClr val="000000"/>
                      </a:solidFill>
                      <a:prstDash val="solid"/>
                    </a:lnB>
                    <a:noFill/>
                  </a:tcPr>
                </a:tc>
                <a:tc>
                  <a:txBody>
                    <a:bodyPr lIns="90000" tIns="46800" rIns="90000" bIns="46800" anchor="t">
                      <a:noAutofit/>
                    </a:bodyPr>
                    <a:p>
                      <a:pPr algn="ctr">
                        <a:lnSpc>
                          <a:spcPct val="100000"/>
                        </a:lnSpc>
                        <a:spcBef>
                          <a:spcPts val="349"/>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b="0" u="none" strike="noStrike">
                          <a:solidFill>
                            <a:srgbClr val="000000"/>
                          </a:solidFill>
                          <a:effectLst/>
                          <a:uFillTx/>
                          <a:latin typeface="Tahoma"/>
                          <a:ea typeface="宋体"/>
                        </a:rPr>
                        <a:t>1,854</a:t>
                      </a:r>
                      <a:endParaRPr lang="en-US" sz="1400" b="0" u="none" strike="noStrike">
                        <a:solidFill>
                          <a:srgbClr val="000000"/>
                        </a:solidFill>
                        <a:effectLst/>
                        <a:uFillTx/>
                        <a:latin typeface="Times New Roman"/>
                      </a:endParaRPr>
                    </a:p>
                  </a:txBody>
                  <a:tcPr anchor="t" marL="90000" marR="90000" marT="46800" marB="46800">
                    <a:lnL w="5760">
                      <a:solidFill>
                        <a:srgbClr val="000000"/>
                      </a:solidFill>
                      <a:prstDash val="solid"/>
                    </a:lnL>
                    <a:lnR w="5760">
                      <a:solidFill>
                        <a:srgbClr val="000000"/>
                      </a:solidFill>
                      <a:prstDash val="solid"/>
                    </a:lnR>
                    <a:lnT w="5760">
                      <a:solidFill>
                        <a:srgbClr val="000000"/>
                      </a:solidFill>
                      <a:prstDash val="solid"/>
                    </a:lnT>
                    <a:lnB w="5760">
                      <a:solidFill>
                        <a:srgbClr val="000000"/>
                      </a:solidFill>
                      <a:prstDash val="solid"/>
                    </a:lnB>
                    <a:noFill/>
                  </a:tcPr>
                </a:tc>
                <a:tc>
                  <a:txBody>
                    <a:bodyPr lIns="90000" tIns="46800" rIns="90000" bIns="46800" anchor="t">
                      <a:noAutofit/>
                    </a:bodyPr>
                    <a:p>
                      <a:pPr algn="ctr">
                        <a:lnSpc>
                          <a:spcPct val="100000"/>
                        </a:lnSpc>
                        <a:spcBef>
                          <a:spcPts val="349"/>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b="0" u="none" strike="noStrike">
                          <a:solidFill>
                            <a:srgbClr val="000000"/>
                          </a:solidFill>
                          <a:effectLst/>
                          <a:uFillTx/>
                          <a:latin typeface="Tahoma"/>
                          <a:ea typeface="宋体"/>
                        </a:rPr>
                        <a:t>0.87</a:t>
                      </a:r>
                      <a:endParaRPr lang="en-US" sz="1400" b="0" u="none" strike="noStrike">
                        <a:solidFill>
                          <a:srgbClr val="000000"/>
                        </a:solidFill>
                        <a:effectLst/>
                        <a:uFillTx/>
                        <a:latin typeface="Times New Roman"/>
                      </a:endParaRPr>
                    </a:p>
                  </a:txBody>
                  <a:tcPr anchor="t" marL="90000" marR="90000" marT="46800" marB="46800">
                    <a:lnL w="5760">
                      <a:solidFill>
                        <a:srgbClr val="000000"/>
                      </a:solidFill>
                      <a:prstDash val="solid"/>
                    </a:lnL>
                    <a:lnR w="13680">
                      <a:solidFill>
                        <a:srgbClr val="000000"/>
                      </a:solidFill>
                      <a:prstDash val="solid"/>
                    </a:lnR>
                    <a:lnT w="5760">
                      <a:solidFill>
                        <a:srgbClr val="000000"/>
                      </a:solidFill>
                      <a:prstDash val="solid"/>
                    </a:lnT>
                    <a:lnB w="5760">
                      <a:solidFill>
                        <a:srgbClr val="000000"/>
                      </a:solidFill>
                      <a:prstDash val="solid"/>
                    </a:lnB>
                    <a:noFill/>
                  </a:tcPr>
                </a:tc>
              </a:tr>
              <a:tr h="307440">
                <a:tc>
                  <a:txBody>
                    <a:bodyPr lIns="90000" tIns="46800" rIns="90000" bIns="46800" anchor="t">
                      <a:noAutofit/>
                    </a:bodyPr>
                    <a:p>
                      <a:pPr>
                        <a:lnSpc>
                          <a:spcPct val="100000"/>
                        </a:lnSpc>
                        <a:spcBef>
                          <a:spcPts val="349"/>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b="0" u="none" strike="noStrike">
                          <a:solidFill>
                            <a:srgbClr val="000000"/>
                          </a:solidFill>
                          <a:effectLst/>
                          <a:uFillTx/>
                          <a:latin typeface="Tahoma"/>
                          <a:ea typeface="宋体"/>
                        </a:rPr>
                        <a:t>Other</a:t>
                      </a:r>
                      <a:endParaRPr lang="en-US" sz="1400" b="0" u="none" strike="noStrike">
                        <a:solidFill>
                          <a:srgbClr val="000000"/>
                        </a:solidFill>
                        <a:effectLst/>
                        <a:uFillTx/>
                        <a:latin typeface="Times New Roman"/>
                      </a:endParaRPr>
                    </a:p>
                  </a:txBody>
                  <a:tcPr anchor="t" marL="90000" marR="90000" marT="46800" marB="46800">
                    <a:lnL w="13680">
                      <a:solidFill>
                        <a:srgbClr val="000000"/>
                      </a:solidFill>
                      <a:prstDash val="solid"/>
                    </a:lnL>
                    <a:lnR w="5760">
                      <a:solidFill>
                        <a:srgbClr val="000000"/>
                      </a:solidFill>
                      <a:prstDash val="solid"/>
                    </a:lnR>
                    <a:lnT w="5760">
                      <a:solidFill>
                        <a:srgbClr val="000000"/>
                      </a:solidFill>
                      <a:prstDash val="solid"/>
                    </a:lnT>
                    <a:lnB w="5760">
                      <a:solidFill>
                        <a:srgbClr val="000000"/>
                      </a:solidFill>
                      <a:prstDash val="solid"/>
                    </a:lnB>
                    <a:noFill/>
                  </a:tcPr>
                </a:tc>
                <a:tc>
                  <a:txBody>
                    <a:bodyPr lIns="90000" tIns="46800" rIns="90000" bIns="46800" anchor="t">
                      <a:noAutofit/>
                    </a:bodyPr>
                    <a:p>
                      <a:pPr algn="ctr">
                        <a:lnSpc>
                          <a:spcPct val="100000"/>
                        </a:lnSpc>
                        <a:spcBef>
                          <a:spcPts val="349"/>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b="0" u="none" strike="noStrike">
                          <a:solidFill>
                            <a:srgbClr val="000000"/>
                          </a:solidFill>
                          <a:effectLst/>
                          <a:uFillTx/>
                          <a:latin typeface="Tahoma"/>
                          <a:ea typeface="宋体"/>
                        </a:rPr>
                        <a:t>307</a:t>
                      </a:r>
                      <a:endParaRPr lang="en-US" sz="1400" b="0" u="none" strike="noStrike">
                        <a:solidFill>
                          <a:srgbClr val="000000"/>
                        </a:solidFill>
                        <a:effectLst/>
                        <a:uFillTx/>
                        <a:latin typeface="Times New Roman"/>
                      </a:endParaRPr>
                    </a:p>
                  </a:txBody>
                  <a:tcPr anchor="t" marL="90000" marR="90000" marT="46800" marB="46800">
                    <a:lnL w="5760">
                      <a:solidFill>
                        <a:srgbClr val="000000"/>
                      </a:solidFill>
                      <a:prstDash val="solid"/>
                    </a:lnL>
                    <a:lnR w="5760">
                      <a:solidFill>
                        <a:srgbClr val="000000"/>
                      </a:solidFill>
                      <a:prstDash val="solid"/>
                    </a:lnR>
                    <a:lnT w="5760">
                      <a:solidFill>
                        <a:srgbClr val="000000"/>
                      </a:solidFill>
                      <a:prstDash val="solid"/>
                    </a:lnT>
                    <a:lnB w="5760">
                      <a:solidFill>
                        <a:srgbClr val="000000"/>
                      </a:solidFill>
                      <a:prstDash val="solid"/>
                    </a:lnB>
                    <a:noFill/>
                  </a:tcPr>
                </a:tc>
                <a:tc>
                  <a:txBody>
                    <a:bodyPr lIns="90000" tIns="46800" rIns="90000" bIns="46800" anchor="t">
                      <a:noAutofit/>
                    </a:bodyPr>
                    <a:p>
                      <a:pPr algn="ctr">
                        <a:lnSpc>
                          <a:spcPct val="100000"/>
                        </a:lnSpc>
                        <a:spcBef>
                          <a:spcPts val="349"/>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b="0" u="none" strike="noStrike">
                          <a:solidFill>
                            <a:srgbClr val="000000"/>
                          </a:solidFill>
                          <a:effectLst/>
                          <a:uFillTx/>
                          <a:latin typeface="Tahoma"/>
                          <a:ea typeface="宋体"/>
                        </a:rPr>
                        <a:t>4.00</a:t>
                      </a:r>
                      <a:endParaRPr lang="en-US" sz="1400" b="0" u="none" strike="noStrike">
                        <a:solidFill>
                          <a:srgbClr val="000000"/>
                        </a:solidFill>
                        <a:effectLst/>
                        <a:uFillTx/>
                        <a:latin typeface="Times New Roman"/>
                      </a:endParaRPr>
                    </a:p>
                  </a:txBody>
                  <a:tcPr anchor="t" marL="90000" marR="90000" marT="46800" marB="46800">
                    <a:lnL w="5760">
                      <a:solidFill>
                        <a:srgbClr val="000000"/>
                      </a:solidFill>
                      <a:prstDash val="solid"/>
                    </a:lnL>
                    <a:lnR w="13680">
                      <a:solidFill>
                        <a:srgbClr val="000000"/>
                      </a:solidFill>
                      <a:prstDash val="solid"/>
                    </a:lnR>
                    <a:lnT w="5760">
                      <a:solidFill>
                        <a:srgbClr val="000000"/>
                      </a:solidFill>
                      <a:prstDash val="solid"/>
                    </a:lnT>
                    <a:lnB w="5760">
                      <a:solidFill>
                        <a:srgbClr val="000000"/>
                      </a:solidFill>
                      <a:prstDash val="solid"/>
                    </a:lnB>
                    <a:noFill/>
                  </a:tcPr>
                </a:tc>
              </a:tr>
              <a:tr h="307440">
                <a:tc>
                  <a:txBody>
                    <a:bodyPr lIns="90000" tIns="46800" rIns="90000" bIns="46800" anchor="t">
                      <a:noAutofit/>
                    </a:bodyPr>
                    <a:p>
                      <a:pPr>
                        <a:lnSpc>
                          <a:spcPct val="100000"/>
                        </a:lnSpc>
                        <a:spcBef>
                          <a:spcPts val="349"/>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b="0" u="none" strike="noStrike">
                          <a:solidFill>
                            <a:srgbClr val="000000"/>
                          </a:solidFill>
                          <a:effectLst/>
                          <a:uFillTx/>
                          <a:latin typeface="Tahoma"/>
                          <a:ea typeface="宋体"/>
                        </a:rPr>
                        <a:t>Total</a:t>
                      </a:r>
                      <a:endParaRPr lang="en-US" sz="1400" b="0" u="none" strike="noStrike">
                        <a:solidFill>
                          <a:srgbClr val="000000"/>
                        </a:solidFill>
                        <a:effectLst/>
                        <a:uFillTx/>
                        <a:latin typeface="Times New Roman"/>
                      </a:endParaRPr>
                    </a:p>
                  </a:txBody>
                  <a:tcPr anchor="t" marL="90000" marR="90000" marT="46800" marB="46800">
                    <a:lnL w="13680">
                      <a:solidFill>
                        <a:srgbClr val="000000"/>
                      </a:solidFill>
                      <a:prstDash val="solid"/>
                    </a:lnL>
                    <a:lnR w="5760">
                      <a:solidFill>
                        <a:srgbClr val="000000"/>
                      </a:solidFill>
                      <a:prstDash val="solid"/>
                    </a:lnR>
                    <a:lnT w="5760">
                      <a:solidFill>
                        <a:srgbClr val="000000"/>
                      </a:solidFill>
                      <a:prstDash val="solid"/>
                    </a:lnT>
                    <a:lnB w="13680">
                      <a:solidFill>
                        <a:srgbClr val="000000"/>
                      </a:solidFill>
                      <a:prstDash val="solid"/>
                    </a:lnB>
                    <a:noFill/>
                  </a:tcPr>
                </a:tc>
                <a:tc>
                  <a:txBody>
                    <a:bodyPr lIns="90000" tIns="46800" rIns="90000" bIns="46800" anchor="t">
                      <a:noAutofit/>
                    </a:bodyPr>
                    <a:p>
                      <a:pPr algn="ctr">
                        <a:lnSpc>
                          <a:spcPct val="100000"/>
                        </a:lnSpc>
                        <a:spcBef>
                          <a:spcPts val="349"/>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b="0" u="none" strike="noStrike">
                          <a:solidFill>
                            <a:srgbClr val="000000"/>
                          </a:solidFill>
                          <a:effectLst/>
                          <a:uFillTx/>
                          <a:latin typeface="Tahoma"/>
                          <a:ea typeface="宋体"/>
                        </a:rPr>
                        <a:t>11,385</a:t>
                      </a:r>
                      <a:endParaRPr lang="en-US" sz="1400" b="0" u="none" strike="noStrike">
                        <a:solidFill>
                          <a:srgbClr val="000000"/>
                        </a:solidFill>
                        <a:effectLst/>
                        <a:uFillTx/>
                        <a:latin typeface="Times New Roman"/>
                      </a:endParaRPr>
                    </a:p>
                  </a:txBody>
                  <a:tcPr anchor="t" marL="90000" marR="90000" marT="46800" marB="46800">
                    <a:lnL w="5760">
                      <a:solidFill>
                        <a:srgbClr val="000000"/>
                      </a:solidFill>
                      <a:prstDash val="solid"/>
                    </a:lnL>
                    <a:lnR w="5760">
                      <a:solidFill>
                        <a:srgbClr val="000000"/>
                      </a:solidFill>
                      <a:prstDash val="solid"/>
                    </a:lnR>
                    <a:lnT w="5760">
                      <a:solidFill>
                        <a:srgbClr val="000000"/>
                      </a:solidFill>
                      <a:prstDash val="solid"/>
                    </a:lnT>
                    <a:lnB w="13680">
                      <a:solidFill>
                        <a:srgbClr val="000000"/>
                      </a:solidFill>
                      <a:prstDash val="solid"/>
                    </a:lnB>
                    <a:noFill/>
                  </a:tcPr>
                </a:tc>
                <a:tc>
                  <a:txBody>
                    <a:bodyPr lIns="90000" tIns="46800" rIns="90000" bIns="46800" anchor="t">
                      <a:noAutofit/>
                    </a:bodyPr>
                    <a:p>
                      <a:pPr algn="ctr">
                        <a:lnSpc>
                          <a:spcPct val="100000"/>
                        </a:lnSpc>
                        <a:spcBef>
                          <a:spcPts val="349"/>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b="0" u="none" strike="noStrike">
                          <a:solidFill>
                            <a:srgbClr val="000000"/>
                          </a:solidFill>
                          <a:effectLst/>
                          <a:uFillTx/>
                          <a:latin typeface="Tahoma"/>
                          <a:ea typeface="宋体"/>
                        </a:rPr>
                        <a:t>2.41</a:t>
                      </a:r>
                      <a:endParaRPr lang="en-US" sz="1400" b="0" u="none" strike="noStrike">
                        <a:solidFill>
                          <a:srgbClr val="000000"/>
                        </a:solidFill>
                        <a:effectLst/>
                        <a:uFillTx/>
                        <a:latin typeface="Times New Roman"/>
                      </a:endParaRPr>
                    </a:p>
                  </a:txBody>
                  <a:tcPr anchor="t" marL="90000" marR="90000" marT="46800" marB="46800">
                    <a:lnL w="5760">
                      <a:solidFill>
                        <a:srgbClr val="000000"/>
                      </a:solidFill>
                      <a:prstDash val="solid"/>
                    </a:lnL>
                    <a:lnR w="13680">
                      <a:solidFill>
                        <a:srgbClr val="000000"/>
                      </a:solidFill>
                      <a:prstDash val="solid"/>
                    </a:lnR>
                    <a:lnT w="5760">
                      <a:solidFill>
                        <a:srgbClr val="000000"/>
                      </a:solidFill>
                      <a:prstDash val="solid"/>
                    </a:lnT>
                    <a:lnB w="13680">
                      <a:solidFill>
                        <a:srgbClr val="000000"/>
                      </a:solidFill>
                      <a:prstDash val="solid"/>
                    </a:lnB>
                    <a:noFill/>
                  </a:tcPr>
                </a:tc>
              </a:tr>
            </a:tbl>
          </a:graphicData>
        </a:graphic>
      </p:graphicFrame>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5" name="PlaceHolder 1"/>
          <p:cNvSpPr>
            <a:spLocks noGrp="1"/>
          </p:cNvSpPr>
          <p:nvPr>
            <p:ph type="title"/>
          </p:nvPr>
        </p:nvSpPr>
        <p:spPr>
          <a:xfrm>
            <a:off x="685800" y="533160"/>
            <a:ext cx="7772400" cy="1143000"/>
          </a:xfrm>
          <a:prstGeom prst="rect">
            <a:avLst/>
          </a:prstGeom>
          <a:noFill/>
          <a:ln w="0">
            <a:noFill/>
          </a:ln>
        </p:spPr>
        <p:txBody>
          <a:bodyPr lIns="91440" tIns="45720" rIns="91440" bIns="45720" anchor="ctr">
            <a:noAutofit/>
          </a:bodyPr>
          <a:p>
            <a:pPr indent="0" algn="l">
              <a:lnSpc>
                <a:spcPct val="100000"/>
              </a:lnSpc>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4000" b="1" u="none" strike="noStrike">
                <a:solidFill>
                  <a:srgbClr val="FFFFFF"/>
                </a:solidFill>
                <a:effectLst/>
                <a:uFillTx/>
                <a:latin typeface="Tahoma"/>
                <a:ea typeface="宋体"/>
              </a:rPr>
              <a:t>停课与开除</a:t>
            </a:r>
            <a:endParaRPr lang="en-US" sz="4000" b="0" u="none" strike="noStrike">
              <a:solidFill>
                <a:srgbClr val="FFFFFF"/>
              </a:solidFill>
              <a:effectLst/>
              <a:uFillTx/>
              <a:latin typeface="Times New Roman"/>
            </a:endParaRPr>
          </a:p>
        </p:txBody>
      </p:sp>
      <p:sp>
        <p:nvSpPr>
          <p:cNvPr id="166" name="PlaceHolder 2"/>
          <p:cNvSpPr>
            <a:spLocks noGrp="1"/>
          </p:cNvSpPr>
          <p:nvPr>
            <p:ph/>
          </p:nvPr>
        </p:nvSpPr>
        <p:spPr>
          <a:xfrm>
            <a:off x="685800" y="2057400"/>
            <a:ext cx="7772400" cy="4114800"/>
          </a:xfrm>
          <a:prstGeom prst="rect">
            <a:avLst/>
          </a:prstGeom>
          <a:noFill/>
          <a:ln w="0">
            <a:noFill/>
          </a:ln>
        </p:spPr>
        <p:txBody>
          <a:bodyPr lIns="91440" tIns="45720" rIns="91440" bIns="45720" anchor="t">
            <a:normAutofit/>
          </a:bodyPr>
          <a:p>
            <a:pPr marL="343080" indent="-343080" algn="l">
              <a:lnSpc>
                <a:spcPct val="100000"/>
              </a:lnSpc>
              <a:spcBef>
                <a:spcPts val="850"/>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3400" b="1" u="none" strike="noStrike">
                <a:solidFill>
                  <a:srgbClr val="000000"/>
                </a:solidFill>
                <a:effectLst/>
                <a:uFillTx/>
                <a:latin typeface="Tahoma"/>
                <a:ea typeface="宋体"/>
              </a:rPr>
              <a:t>既往结果</a:t>
            </a:r>
            <a:endParaRPr lang="en-US" sz="3400" b="0" u="none" strike="noStrike">
              <a:solidFill>
                <a:srgbClr val="000000"/>
              </a:solidFill>
              <a:effectLst/>
              <a:uFillTx/>
              <a:latin typeface="Times New Roman"/>
            </a:endParaRPr>
          </a:p>
          <a:p>
            <a:pPr marL="343080" indent="-343080" algn="l">
              <a:lnSpc>
                <a:spcPct val="100000"/>
              </a:lnSpc>
              <a:spcBef>
                <a:spcPts val="850"/>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3400" b="0" u="none" strike="noStrike">
              <a:solidFill>
                <a:srgbClr val="000000"/>
              </a:solidFill>
              <a:effectLst/>
              <a:uFillTx/>
              <a:latin typeface="Times New Roman"/>
            </a:endParaRPr>
          </a:p>
          <a:p>
            <a:pPr marL="343080" indent="-343080" algn="l">
              <a:lnSpc>
                <a:spcPct val="100000"/>
              </a:lnSpc>
              <a:spcBef>
                <a:spcPts val="850"/>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3400" b="1" u="none" strike="noStrike">
                <a:solidFill>
                  <a:srgbClr val="000000"/>
                </a:solidFill>
                <a:effectLst/>
                <a:uFillTx/>
                <a:latin typeface="Tahoma"/>
                <a:ea typeface="宋体"/>
              </a:rPr>
              <a:t>2004-05 </a:t>
            </a:r>
            <a:r>
              <a:rPr lang="zh-CN" sz="3400" b="1" u="none" strike="noStrike">
                <a:solidFill>
                  <a:srgbClr val="000000"/>
                </a:solidFill>
                <a:effectLst/>
                <a:uFillTx/>
                <a:latin typeface="Tahoma"/>
                <a:ea typeface="宋体"/>
              </a:rPr>
              <a:t>学年按入学规模类别统计的停课 </a:t>
            </a:r>
            <a:r>
              <a:rPr lang="en-US" sz="3400" b="1" u="none" strike="noStrike">
                <a:solidFill>
                  <a:srgbClr val="000000"/>
                </a:solidFill>
                <a:effectLst/>
                <a:uFillTx/>
                <a:latin typeface="Tahoma"/>
                <a:ea typeface="宋体"/>
              </a:rPr>
              <a:t>+ </a:t>
            </a:r>
            <a:r>
              <a:rPr lang="zh-CN" sz="3400" b="1" u="none" strike="noStrike">
                <a:solidFill>
                  <a:srgbClr val="000000"/>
                </a:solidFill>
                <a:effectLst/>
                <a:uFillTx/>
                <a:latin typeface="Tahoma"/>
                <a:ea typeface="宋体"/>
              </a:rPr>
              <a:t>开除</a:t>
            </a:r>
            <a:endParaRPr lang="en-US" sz="3400" b="0" u="none" strike="noStrike">
              <a:solidFill>
                <a:srgbClr val="000000"/>
              </a:solidFill>
              <a:effectLst/>
              <a:uFillTx/>
              <a:latin typeface="Times New Roman"/>
            </a:endParaRPr>
          </a:p>
        </p:txBody>
      </p:sp>
      <p:graphicFrame>
        <p:nvGraphicFramePr>
          <p:cNvPr id="167" name=""/>
          <p:cNvGraphicFramePr/>
          <p:nvPr/>
        </p:nvGraphicFramePr>
        <p:xfrm>
          <a:off x="1523880" y="3657600"/>
          <a:ext cx="6096240" cy="2743200"/>
        </p:xfrm>
        <a:graphic>
          <a:graphicData uri="http://schemas.openxmlformats.org/drawingml/2006/table">
            <a:tbl>
              <a:tblPr/>
              <a:tblGrid>
                <a:gridCol w="2032200"/>
                <a:gridCol w="2031840"/>
                <a:gridCol w="2032200"/>
              </a:tblGrid>
              <a:tr h="307440">
                <a:tc>
                  <a:txBody>
                    <a:bodyPr lIns="90000" tIns="46800" rIns="90000" bIns="46800" anchor="t">
                      <a:noAutofit/>
                    </a:bodyPr>
                    <a:p>
                      <a:pPr>
                        <a:lnSpc>
                          <a:spcPct val="100000"/>
                        </a:lnSpc>
                        <a:spcBef>
                          <a:spcPts val="349"/>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b="1" u="none" strike="noStrike">
                          <a:solidFill>
                            <a:srgbClr val="000000"/>
                          </a:solidFill>
                          <a:effectLst/>
                          <a:uFillTx/>
                          <a:latin typeface="Tahoma"/>
                          <a:ea typeface="宋体"/>
                        </a:rPr>
                        <a:t>Enrollment Category</a:t>
                      </a:r>
                      <a:endParaRPr lang="en-US" sz="1400" b="0" u="none" strike="noStrike">
                        <a:solidFill>
                          <a:srgbClr val="000000"/>
                        </a:solidFill>
                        <a:effectLst/>
                        <a:uFillTx/>
                        <a:latin typeface="Times New Roman"/>
                      </a:endParaRPr>
                    </a:p>
                  </a:txBody>
                  <a:tcPr anchor="t" marL="90000" marR="90000" marT="46800" marB="46800">
                    <a:lnL w="13680">
                      <a:solidFill>
                        <a:srgbClr val="000000"/>
                      </a:solidFill>
                      <a:prstDash val="solid"/>
                    </a:lnL>
                    <a:lnR w="5760">
                      <a:solidFill>
                        <a:srgbClr val="000000"/>
                      </a:solidFill>
                      <a:prstDash val="solid"/>
                    </a:lnR>
                    <a:lnT w="13680">
                      <a:solidFill>
                        <a:srgbClr val="000000"/>
                      </a:solidFill>
                      <a:prstDash val="solid"/>
                    </a:lnT>
                    <a:lnB w="13680">
                      <a:solidFill>
                        <a:srgbClr val="000000"/>
                      </a:solidFill>
                      <a:prstDash val="solid"/>
                    </a:lnB>
                    <a:noFill/>
                  </a:tcPr>
                </a:tc>
                <a:tc>
                  <a:txBody>
                    <a:bodyPr lIns="90000" tIns="46800" rIns="90000" bIns="46800" anchor="t">
                      <a:noAutofit/>
                    </a:bodyPr>
                    <a:p>
                      <a:pPr algn="ctr">
                        <a:lnSpc>
                          <a:spcPct val="100000"/>
                        </a:lnSpc>
                        <a:spcBef>
                          <a:spcPts val="349"/>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b="1" u="none" strike="noStrike">
                          <a:solidFill>
                            <a:srgbClr val="000000"/>
                          </a:solidFill>
                          <a:effectLst/>
                          <a:uFillTx/>
                          <a:latin typeface="Tahoma"/>
                          <a:ea typeface="宋体"/>
                        </a:rPr>
                        <a:t>Total</a:t>
                      </a:r>
                      <a:endParaRPr lang="en-US" sz="1400" b="0" u="none" strike="noStrike">
                        <a:solidFill>
                          <a:srgbClr val="000000"/>
                        </a:solidFill>
                        <a:effectLst/>
                        <a:uFillTx/>
                        <a:latin typeface="Times New Roman"/>
                      </a:endParaRPr>
                    </a:p>
                  </a:txBody>
                  <a:tcPr anchor="t" marL="90000" marR="90000" marT="46800" marB="46800">
                    <a:lnL w="5760">
                      <a:solidFill>
                        <a:srgbClr val="000000"/>
                      </a:solidFill>
                      <a:prstDash val="solid"/>
                    </a:lnL>
                    <a:lnR w="5760">
                      <a:solidFill>
                        <a:srgbClr val="000000"/>
                      </a:solidFill>
                      <a:prstDash val="solid"/>
                    </a:lnR>
                    <a:lnT w="13680">
                      <a:solidFill>
                        <a:srgbClr val="000000"/>
                      </a:solidFill>
                      <a:prstDash val="solid"/>
                    </a:lnT>
                    <a:lnB w="13680">
                      <a:solidFill>
                        <a:srgbClr val="000000"/>
                      </a:solidFill>
                      <a:prstDash val="solid"/>
                    </a:lnB>
                    <a:noFill/>
                  </a:tcPr>
                </a:tc>
                <a:tc>
                  <a:txBody>
                    <a:bodyPr lIns="90000" tIns="46800" rIns="90000" bIns="46800" anchor="t">
                      <a:noAutofit/>
                    </a:bodyPr>
                    <a:p>
                      <a:pPr algn="ctr">
                        <a:lnSpc>
                          <a:spcPct val="100000"/>
                        </a:lnSpc>
                        <a:spcBef>
                          <a:spcPts val="349"/>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b="1" u="none" strike="noStrike">
                          <a:solidFill>
                            <a:srgbClr val="000000"/>
                          </a:solidFill>
                          <a:effectLst/>
                          <a:uFillTx/>
                          <a:latin typeface="Tahoma"/>
                          <a:ea typeface="宋体"/>
                        </a:rPr>
                        <a:t>Per 100 Students</a:t>
                      </a:r>
                      <a:endParaRPr lang="en-US" sz="1400" b="0" u="none" strike="noStrike">
                        <a:solidFill>
                          <a:srgbClr val="000000"/>
                        </a:solidFill>
                        <a:effectLst/>
                        <a:uFillTx/>
                        <a:latin typeface="Times New Roman"/>
                      </a:endParaRPr>
                    </a:p>
                  </a:txBody>
                  <a:tcPr anchor="t" marL="90000" marR="90000" marT="46800" marB="46800">
                    <a:lnL w="5760">
                      <a:solidFill>
                        <a:srgbClr val="000000"/>
                      </a:solidFill>
                      <a:prstDash val="solid"/>
                    </a:lnL>
                    <a:lnR w="13680">
                      <a:solidFill>
                        <a:srgbClr val="000000"/>
                      </a:solidFill>
                      <a:prstDash val="solid"/>
                    </a:lnR>
                    <a:lnT w="13680">
                      <a:solidFill>
                        <a:srgbClr val="000000"/>
                      </a:solidFill>
                      <a:prstDash val="solid"/>
                    </a:lnT>
                    <a:lnB w="13680">
                      <a:solidFill>
                        <a:srgbClr val="000000"/>
                      </a:solidFill>
                      <a:prstDash val="solid"/>
                    </a:lnB>
                    <a:noFill/>
                  </a:tcPr>
                </a:tc>
              </a:tr>
              <a:tr h="307440">
                <a:tc>
                  <a:txBody>
                    <a:bodyPr lIns="90000" tIns="46800" rIns="90000" bIns="46800" anchor="t">
                      <a:noAutofit/>
                    </a:bodyPr>
                    <a:p>
                      <a:pPr>
                        <a:lnSpc>
                          <a:spcPct val="100000"/>
                        </a:lnSpc>
                        <a:spcBef>
                          <a:spcPts val="349"/>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b="0" u="none" strike="noStrike">
                          <a:solidFill>
                            <a:srgbClr val="000000"/>
                          </a:solidFill>
                          <a:effectLst/>
                          <a:uFillTx/>
                          <a:latin typeface="Tahoma"/>
                          <a:ea typeface="宋体"/>
                        </a:rPr>
                        <a:t>&lt;250</a:t>
                      </a:r>
                      <a:endParaRPr lang="en-US" sz="1400" b="0" u="none" strike="noStrike">
                        <a:solidFill>
                          <a:srgbClr val="000000"/>
                        </a:solidFill>
                        <a:effectLst/>
                        <a:uFillTx/>
                        <a:latin typeface="Times New Roman"/>
                      </a:endParaRPr>
                    </a:p>
                  </a:txBody>
                  <a:tcPr anchor="t" marL="90000" marR="90000" marT="46800" marB="46800">
                    <a:lnL w="13680">
                      <a:solidFill>
                        <a:srgbClr val="000000"/>
                      </a:solidFill>
                      <a:prstDash val="solid"/>
                    </a:lnL>
                    <a:lnR w="5760">
                      <a:solidFill>
                        <a:srgbClr val="000000"/>
                      </a:solidFill>
                      <a:prstDash val="solid"/>
                    </a:lnR>
                    <a:lnT w="13680">
                      <a:solidFill>
                        <a:srgbClr val="000000"/>
                      </a:solidFill>
                      <a:prstDash val="solid"/>
                    </a:lnT>
                    <a:lnB w="5760">
                      <a:solidFill>
                        <a:srgbClr val="000000"/>
                      </a:solidFill>
                      <a:prstDash val="solid"/>
                    </a:lnB>
                    <a:noFill/>
                  </a:tcPr>
                </a:tc>
                <a:tc>
                  <a:txBody>
                    <a:bodyPr lIns="90000" tIns="46800" rIns="90000" bIns="46800" anchor="t">
                      <a:noAutofit/>
                    </a:bodyPr>
                    <a:p>
                      <a:pPr algn="ctr">
                        <a:lnSpc>
                          <a:spcPct val="100000"/>
                        </a:lnSpc>
                        <a:spcBef>
                          <a:spcPts val="349"/>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b="0" u="none" strike="noStrike">
                          <a:solidFill>
                            <a:srgbClr val="000000"/>
                          </a:solidFill>
                          <a:effectLst/>
                          <a:uFillTx/>
                          <a:latin typeface="Tahoma"/>
                          <a:ea typeface="宋体"/>
                        </a:rPr>
                        <a:t>47</a:t>
                      </a:r>
                      <a:endParaRPr lang="en-US" sz="1400" b="0" u="none" strike="noStrike">
                        <a:solidFill>
                          <a:srgbClr val="000000"/>
                        </a:solidFill>
                        <a:effectLst/>
                        <a:uFillTx/>
                        <a:latin typeface="Times New Roman"/>
                      </a:endParaRPr>
                    </a:p>
                  </a:txBody>
                  <a:tcPr anchor="t" marL="90000" marR="90000" marT="46800" marB="46800">
                    <a:lnL w="5760">
                      <a:solidFill>
                        <a:srgbClr val="000000"/>
                      </a:solidFill>
                      <a:prstDash val="solid"/>
                    </a:lnL>
                    <a:lnR w="5760">
                      <a:solidFill>
                        <a:srgbClr val="000000"/>
                      </a:solidFill>
                      <a:prstDash val="solid"/>
                    </a:lnR>
                    <a:lnT w="13680">
                      <a:solidFill>
                        <a:srgbClr val="000000"/>
                      </a:solidFill>
                      <a:prstDash val="solid"/>
                    </a:lnT>
                    <a:lnB w="5760">
                      <a:solidFill>
                        <a:srgbClr val="000000"/>
                      </a:solidFill>
                      <a:prstDash val="solid"/>
                    </a:lnB>
                    <a:noFill/>
                  </a:tcPr>
                </a:tc>
                <a:tc>
                  <a:txBody>
                    <a:bodyPr lIns="90000" tIns="46800" rIns="90000" bIns="46800" anchor="t">
                      <a:noAutofit/>
                    </a:bodyPr>
                    <a:p>
                      <a:pPr algn="ctr">
                        <a:lnSpc>
                          <a:spcPct val="100000"/>
                        </a:lnSpc>
                        <a:spcBef>
                          <a:spcPts val="349"/>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b="0" u="none" strike="noStrike">
                          <a:solidFill>
                            <a:srgbClr val="000000"/>
                          </a:solidFill>
                          <a:effectLst/>
                          <a:uFillTx/>
                          <a:latin typeface="Tahoma"/>
                          <a:ea typeface="宋体"/>
                        </a:rPr>
                        <a:t>0.87</a:t>
                      </a:r>
                      <a:endParaRPr lang="en-US" sz="1400" b="0" u="none" strike="noStrike">
                        <a:solidFill>
                          <a:srgbClr val="000000"/>
                        </a:solidFill>
                        <a:effectLst/>
                        <a:uFillTx/>
                        <a:latin typeface="Times New Roman"/>
                      </a:endParaRPr>
                    </a:p>
                  </a:txBody>
                  <a:tcPr anchor="t" marL="90000" marR="90000" marT="46800" marB="46800">
                    <a:lnL w="5760">
                      <a:solidFill>
                        <a:srgbClr val="000000"/>
                      </a:solidFill>
                      <a:prstDash val="solid"/>
                    </a:lnL>
                    <a:lnR w="13680">
                      <a:solidFill>
                        <a:srgbClr val="000000"/>
                      </a:solidFill>
                      <a:prstDash val="solid"/>
                    </a:lnR>
                    <a:lnT w="13680">
                      <a:solidFill>
                        <a:srgbClr val="000000"/>
                      </a:solidFill>
                      <a:prstDash val="solid"/>
                    </a:lnT>
                    <a:lnB w="5760">
                      <a:solidFill>
                        <a:srgbClr val="000000"/>
                      </a:solidFill>
                      <a:prstDash val="solid"/>
                    </a:lnB>
                    <a:noFill/>
                  </a:tcPr>
                </a:tc>
              </a:tr>
              <a:tr h="307440">
                <a:tc>
                  <a:txBody>
                    <a:bodyPr lIns="90000" tIns="46800" rIns="90000" bIns="46800" anchor="t">
                      <a:noAutofit/>
                    </a:bodyPr>
                    <a:p>
                      <a:pPr>
                        <a:lnSpc>
                          <a:spcPct val="100000"/>
                        </a:lnSpc>
                        <a:spcBef>
                          <a:spcPts val="349"/>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b="0" u="none" strike="noStrike">
                          <a:solidFill>
                            <a:srgbClr val="000000"/>
                          </a:solidFill>
                          <a:effectLst/>
                          <a:uFillTx/>
                          <a:latin typeface="Tahoma"/>
                          <a:ea typeface="宋体"/>
                        </a:rPr>
                        <a:t>250-399</a:t>
                      </a:r>
                      <a:endParaRPr lang="en-US" sz="1400" b="0" u="none" strike="noStrike">
                        <a:solidFill>
                          <a:srgbClr val="000000"/>
                        </a:solidFill>
                        <a:effectLst/>
                        <a:uFillTx/>
                        <a:latin typeface="Times New Roman"/>
                      </a:endParaRPr>
                    </a:p>
                  </a:txBody>
                  <a:tcPr anchor="t" marL="90000" marR="90000" marT="46800" marB="46800">
                    <a:lnL w="13680">
                      <a:solidFill>
                        <a:srgbClr val="000000"/>
                      </a:solidFill>
                      <a:prstDash val="solid"/>
                    </a:lnL>
                    <a:lnR w="5760">
                      <a:solidFill>
                        <a:srgbClr val="000000"/>
                      </a:solidFill>
                      <a:prstDash val="solid"/>
                    </a:lnR>
                    <a:lnT w="5760">
                      <a:solidFill>
                        <a:srgbClr val="000000"/>
                      </a:solidFill>
                      <a:prstDash val="solid"/>
                    </a:lnT>
                    <a:lnB w="5760">
                      <a:solidFill>
                        <a:srgbClr val="000000"/>
                      </a:solidFill>
                      <a:prstDash val="solid"/>
                    </a:lnB>
                    <a:noFill/>
                  </a:tcPr>
                </a:tc>
                <a:tc>
                  <a:txBody>
                    <a:bodyPr lIns="90000" tIns="46800" rIns="90000" bIns="46800" anchor="t">
                      <a:noAutofit/>
                    </a:bodyPr>
                    <a:p>
                      <a:pPr algn="ctr">
                        <a:lnSpc>
                          <a:spcPct val="100000"/>
                        </a:lnSpc>
                        <a:spcBef>
                          <a:spcPts val="349"/>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b="0" u="none" strike="noStrike">
                          <a:solidFill>
                            <a:srgbClr val="000000"/>
                          </a:solidFill>
                          <a:effectLst/>
                          <a:uFillTx/>
                          <a:latin typeface="Tahoma"/>
                          <a:ea typeface="宋体"/>
                        </a:rPr>
                        <a:t>207</a:t>
                      </a:r>
                      <a:endParaRPr lang="en-US" sz="1400" b="0" u="none" strike="noStrike">
                        <a:solidFill>
                          <a:srgbClr val="000000"/>
                        </a:solidFill>
                        <a:effectLst/>
                        <a:uFillTx/>
                        <a:latin typeface="Times New Roman"/>
                      </a:endParaRPr>
                    </a:p>
                  </a:txBody>
                  <a:tcPr anchor="t" marL="90000" marR="90000" marT="46800" marB="46800">
                    <a:lnL w="5760">
                      <a:solidFill>
                        <a:srgbClr val="000000"/>
                      </a:solidFill>
                      <a:prstDash val="solid"/>
                    </a:lnL>
                    <a:lnR w="5760">
                      <a:solidFill>
                        <a:srgbClr val="000000"/>
                      </a:solidFill>
                      <a:prstDash val="solid"/>
                    </a:lnR>
                    <a:lnT w="5760">
                      <a:solidFill>
                        <a:srgbClr val="000000"/>
                      </a:solidFill>
                      <a:prstDash val="solid"/>
                    </a:lnT>
                    <a:lnB w="5760">
                      <a:solidFill>
                        <a:srgbClr val="000000"/>
                      </a:solidFill>
                      <a:prstDash val="solid"/>
                    </a:lnB>
                    <a:noFill/>
                  </a:tcPr>
                </a:tc>
                <a:tc>
                  <a:txBody>
                    <a:bodyPr lIns="90000" tIns="46800" rIns="90000" bIns="46800" anchor="t">
                      <a:noAutofit/>
                    </a:bodyPr>
                    <a:p>
                      <a:pPr algn="ctr">
                        <a:lnSpc>
                          <a:spcPct val="100000"/>
                        </a:lnSpc>
                        <a:spcBef>
                          <a:spcPts val="349"/>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b="0" u="none" strike="noStrike">
                          <a:solidFill>
                            <a:srgbClr val="000000"/>
                          </a:solidFill>
                          <a:effectLst/>
                          <a:uFillTx/>
                          <a:latin typeface="Tahoma"/>
                          <a:ea typeface="宋体"/>
                        </a:rPr>
                        <a:t>1.19</a:t>
                      </a:r>
                      <a:endParaRPr lang="en-US" sz="1400" b="0" u="none" strike="noStrike">
                        <a:solidFill>
                          <a:srgbClr val="000000"/>
                        </a:solidFill>
                        <a:effectLst/>
                        <a:uFillTx/>
                        <a:latin typeface="Times New Roman"/>
                      </a:endParaRPr>
                    </a:p>
                  </a:txBody>
                  <a:tcPr anchor="t" marL="90000" marR="90000" marT="46800" marB="46800">
                    <a:lnL w="5760">
                      <a:solidFill>
                        <a:srgbClr val="000000"/>
                      </a:solidFill>
                      <a:prstDash val="solid"/>
                    </a:lnL>
                    <a:lnR w="13680">
                      <a:solidFill>
                        <a:srgbClr val="000000"/>
                      </a:solidFill>
                      <a:prstDash val="solid"/>
                    </a:lnR>
                    <a:lnT w="5760">
                      <a:solidFill>
                        <a:srgbClr val="000000"/>
                      </a:solidFill>
                      <a:prstDash val="solid"/>
                    </a:lnT>
                    <a:lnB w="5760">
                      <a:solidFill>
                        <a:srgbClr val="000000"/>
                      </a:solidFill>
                      <a:prstDash val="solid"/>
                    </a:lnB>
                    <a:noFill/>
                  </a:tcPr>
                </a:tc>
              </a:tr>
              <a:tr h="307440">
                <a:tc>
                  <a:txBody>
                    <a:bodyPr lIns="90000" tIns="46800" rIns="90000" bIns="46800" anchor="t">
                      <a:noAutofit/>
                    </a:bodyPr>
                    <a:p>
                      <a:pPr>
                        <a:lnSpc>
                          <a:spcPct val="100000"/>
                        </a:lnSpc>
                        <a:spcBef>
                          <a:spcPts val="349"/>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b="0" u="none" strike="noStrike">
                          <a:solidFill>
                            <a:srgbClr val="000000"/>
                          </a:solidFill>
                          <a:effectLst/>
                          <a:uFillTx/>
                          <a:latin typeface="Tahoma"/>
                          <a:ea typeface="宋体"/>
                        </a:rPr>
                        <a:t>400-599</a:t>
                      </a:r>
                      <a:endParaRPr lang="en-US" sz="1400" b="0" u="none" strike="noStrike">
                        <a:solidFill>
                          <a:srgbClr val="000000"/>
                        </a:solidFill>
                        <a:effectLst/>
                        <a:uFillTx/>
                        <a:latin typeface="Times New Roman"/>
                      </a:endParaRPr>
                    </a:p>
                  </a:txBody>
                  <a:tcPr anchor="t" marL="90000" marR="90000" marT="46800" marB="46800">
                    <a:lnL w="13680">
                      <a:solidFill>
                        <a:srgbClr val="000000"/>
                      </a:solidFill>
                      <a:prstDash val="solid"/>
                    </a:lnL>
                    <a:lnR w="5760">
                      <a:solidFill>
                        <a:srgbClr val="000000"/>
                      </a:solidFill>
                      <a:prstDash val="solid"/>
                    </a:lnR>
                    <a:lnT w="5760">
                      <a:solidFill>
                        <a:srgbClr val="000000"/>
                      </a:solidFill>
                      <a:prstDash val="solid"/>
                    </a:lnT>
                    <a:lnB w="5760">
                      <a:solidFill>
                        <a:srgbClr val="000000"/>
                      </a:solidFill>
                      <a:prstDash val="solid"/>
                    </a:lnB>
                    <a:noFill/>
                  </a:tcPr>
                </a:tc>
                <a:tc>
                  <a:txBody>
                    <a:bodyPr lIns="90000" tIns="46800" rIns="90000" bIns="46800" anchor="t">
                      <a:noAutofit/>
                    </a:bodyPr>
                    <a:p>
                      <a:pPr algn="ctr">
                        <a:lnSpc>
                          <a:spcPct val="100000"/>
                        </a:lnSpc>
                        <a:spcBef>
                          <a:spcPts val="349"/>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b="0" u="none" strike="noStrike">
                          <a:solidFill>
                            <a:srgbClr val="000000"/>
                          </a:solidFill>
                          <a:effectLst/>
                          <a:uFillTx/>
                          <a:latin typeface="Tahoma"/>
                          <a:ea typeface="宋体"/>
                        </a:rPr>
                        <a:t>319</a:t>
                      </a:r>
                      <a:endParaRPr lang="en-US" sz="1400" b="0" u="none" strike="noStrike">
                        <a:solidFill>
                          <a:srgbClr val="000000"/>
                        </a:solidFill>
                        <a:effectLst/>
                        <a:uFillTx/>
                        <a:latin typeface="Times New Roman"/>
                      </a:endParaRPr>
                    </a:p>
                  </a:txBody>
                  <a:tcPr anchor="t" marL="90000" marR="90000" marT="46800" marB="46800">
                    <a:lnL w="5760">
                      <a:solidFill>
                        <a:srgbClr val="000000"/>
                      </a:solidFill>
                      <a:prstDash val="solid"/>
                    </a:lnL>
                    <a:lnR w="5760">
                      <a:solidFill>
                        <a:srgbClr val="000000"/>
                      </a:solidFill>
                      <a:prstDash val="solid"/>
                    </a:lnR>
                    <a:lnT w="5760">
                      <a:solidFill>
                        <a:srgbClr val="000000"/>
                      </a:solidFill>
                      <a:prstDash val="solid"/>
                    </a:lnT>
                    <a:lnB w="5760">
                      <a:solidFill>
                        <a:srgbClr val="000000"/>
                      </a:solidFill>
                      <a:prstDash val="solid"/>
                    </a:lnB>
                    <a:noFill/>
                  </a:tcPr>
                </a:tc>
                <a:tc>
                  <a:txBody>
                    <a:bodyPr lIns="90000" tIns="46800" rIns="90000" bIns="46800" anchor="t">
                      <a:noAutofit/>
                    </a:bodyPr>
                    <a:p>
                      <a:pPr algn="ctr">
                        <a:lnSpc>
                          <a:spcPct val="100000"/>
                        </a:lnSpc>
                        <a:spcBef>
                          <a:spcPts val="349"/>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b="0" u="none" strike="noStrike">
                          <a:solidFill>
                            <a:srgbClr val="000000"/>
                          </a:solidFill>
                          <a:effectLst/>
                          <a:uFillTx/>
                          <a:latin typeface="Tahoma"/>
                          <a:ea typeface="宋体"/>
                        </a:rPr>
                        <a:t>0.87</a:t>
                      </a:r>
                      <a:endParaRPr lang="en-US" sz="1400" b="0" u="none" strike="noStrike">
                        <a:solidFill>
                          <a:srgbClr val="000000"/>
                        </a:solidFill>
                        <a:effectLst/>
                        <a:uFillTx/>
                        <a:latin typeface="Times New Roman"/>
                      </a:endParaRPr>
                    </a:p>
                  </a:txBody>
                  <a:tcPr anchor="t" marL="90000" marR="90000" marT="46800" marB="46800">
                    <a:lnL w="5760">
                      <a:solidFill>
                        <a:srgbClr val="000000"/>
                      </a:solidFill>
                      <a:prstDash val="solid"/>
                    </a:lnL>
                    <a:lnR w="13680">
                      <a:solidFill>
                        <a:srgbClr val="000000"/>
                      </a:solidFill>
                      <a:prstDash val="solid"/>
                    </a:lnR>
                    <a:lnT w="5760">
                      <a:solidFill>
                        <a:srgbClr val="000000"/>
                      </a:solidFill>
                      <a:prstDash val="solid"/>
                    </a:lnT>
                    <a:lnB w="5760">
                      <a:solidFill>
                        <a:srgbClr val="000000"/>
                      </a:solidFill>
                      <a:prstDash val="solid"/>
                    </a:lnB>
                    <a:noFill/>
                  </a:tcPr>
                </a:tc>
              </a:tr>
              <a:tr h="307440">
                <a:tc>
                  <a:txBody>
                    <a:bodyPr lIns="90000" tIns="46800" rIns="90000" bIns="46800" anchor="t">
                      <a:noAutofit/>
                    </a:bodyPr>
                    <a:p>
                      <a:pPr>
                        <a:lnSpc>
                          <a:spcPct val="100000"/>
                        </a:lnSpc>
                        <a:spcBef>
                          <a:spcPts val="349"/>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b="0" u="none" strike="noStrike">
                          <a:solidFill>
                            <a:srgbClr val="000000"/>
                          </a:solidFill>
                          <a:effectLst/>
                          <a:uFillTx/>
                          <a:latin typeface="Tahoma"/>
                          <a:ea typeface="宋体"/>
                        </a:rPr>
                        <a:t>600-999</a:t>
                      </a:r>
                      <a:endParaRPr lang="en-US" sz="1400" b="0" u="none" strike="noStrike">
                        <a:solidFill>
                          <a:srgbClr val="000000"/>
                        </a:solidFill>
                        <a:effectLst/>
                        <a:uFillTx/>
                        <a:latin typeface="Times New Roman"/>
                      </a:endParaRPr>
                    </a:p>
                  </a:txBody>
                  <a:tcPr anchor="t" marL="90000" marR="90000" marT="46800" marB="46800">
                    <a:lnL w="13680">
                      <a:solidFill>
                        <a:srgbClr val="000000"/>
                      </a:solidFill>
                      <a:prstDash val="solid"/>
                    </a:lnL>
                    <a:lnR w="5760">
                      <a:solidFill>
                        <a:srgbClr val="000000"/>
                      </a:solidFill>
                      <a:prstDash val="solid"/>
                    </a:lnR>
                    <a:lnT w="5760">
                      <a:solidFill>
                        <a:srgbClr val="000000"/>
                      </a:solidFill>
                      <a:prstDash val="solid"/>
                    </a:lnT>
                    <a:lnB w="5760">
                      <a:solidFill>
                        <a:srgbClr val="000000"/>
                      </a:solidFill>
                      <a:prstDash val="solid"/>
                    </a:lnB>
                    <a:noFill/>
                  </a:tcPr>
                </a:tc>
                <a:tc>
                  <a:txBody>
                    <a:bodyPr lIns="90000" tIns="46800" rIns="90000" bIns="46800" anchor="t">
                      <a:noAutofit/>
                    </a:bodyPr>
                    <a:p>
                      <a:pPr algn="ctr">
                        <a:lnSpc>
                          <a:spcPct val="100000"/>
                        </a:lnSpc>
                        <a:spcBef>
                          <a:spcPts val="349"/>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b="0" u="none" strike="noStrike">
                          <a:solidFill>
                            <a:srgbClr val="000000"/>
                          </a:solidFill>
                          <a:effectLst/>
                          <a:uFillTx/>
                          <a:latin typeface="Tahoma"/>
                          <a:ea typeface="宋体"/>
                        </a:rPr>
                        <a:t>809</a:t>
                      </a:r>
                      <a:endParaRPr lang="en-US" sz="1400" b="0" u="none" strike="noStrike">
                        <a:solidFill>
                          <a:srgbClr val="000000"/>
                        </a:solidFill>
                        <a:effectLst/>
                        <a:uFillTx/>
                        <a:latin typeface="Times New Roman"/>
                      </a:endParaRPr>
                    </a:p>
                  </a:txBody>
                  <a:tcPr anchor="t" marL="90000" marR="90000" marT="46800" marB="46800">
                    <a:lnL w="5760">
                      <a:solidFill>
                        <a:srgbClr val="000000"/>
                      </a:solidFill>
                      <a:prstDash val="solid"/>
                    </a:lnL>
                    <a:lnR w="5760">
                      <a:solidFill>
                        <a:srgbClr val="000000"/>
                      </a:solidFill>
                      <a:prstDash val="solid"/>
                    </a:lnR>
                    <a:lnT w="5760">
                      <a:solidFill>
                        <a:srgbClr val="000000"/>
                      </a:solidFill>
                      <a:prstDash val="solid"/>
                    </a:lnT>
                    <a:lnB w="5760">
                      <a:solidFill>
                        <a:srgbClr val="000000"/>
                      </a:solidFill>
                      <a:prstDash val="solid"/>
                    </a:lnB>
                    <a:noFill/>
                  </a:tcPr>
                </a:tc>
                <a:tc>
                  <a:txBody>
                    <a:bodyPr lIns="90000" tIns="46800" rIns="90000" bIns="46800" anchor="t">
                      <a:noAutofit/>
                    </a:bodyPr>
                    <a:p>
                      <a:pPr algn="ctr">
                        <a:lnSpc>
                          <a:spcPct val="100000"/>
                        </a:lnSpc>
                        <a:spcBef>
                          <a:spcPts val="349"/>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b="0" u="none" strike="noStrike">
                          <a:solidFill>
                            <a:srgbClr val="000000"/>
                          </a:solidFill>
                          <a:effectLst/>
                          <a:uFillTx/>
                          <a:latin typeface="Tahoma"/>
                          <a:ea typeface="宋体"/>
                        </a:rPr>
                        <a:t>1.14</a:t>
                      </a:r>
                      <a:endParaRPr lang="en-US" sz="1400" b="0" u="none" strike="noStrike">
                        <a:solidFill>
                          <a:srgbClr val="000000"/>
                        </a:solidFill>
                        <a:effectLst/>
                        <a:uFillTx/>
                        <a:latin typeface="Times New Roman"/>
                      </a:endParaRPr>
                    </a:p>
                  </a:txBody>
                  <a:tcPr anchor="t" marL="90000" marR="90000" marT="46800" marB="46800">
                    <a:lnL w="5760">
                      <a:solidFill>
                        <a:srgbClr val="000000"/>
                      </a:solidFill>
                      <a:prstDash val="solid"/>
                    </a:lnL>
                    <a:lnR w="13680">
                      <a:solidFill>
                        <a:srgbClr val="000000"/>
                      </a:solidFill>
                      <a:prstDash val="solid"/>
                    </a:lnR>
                    <a:lnT w="5760">
                      <a:solidFill>
                        <a:srgbClr val="000000"/>
                      </a:solidFill>
                      <a:prstDash val="solid"/>
                    </a:lnT>
                    <a:lnB w="5760">
                      <a:solidFill>
                        <a:srgbClr val="000000"/>
                      </a:solidFill>
                      <a:prstDash val="solid"/>
                    </a:lnB>
                    <a:noFill/>
                  </a:tcPr>
                </a:tc>
              </a:tr>
              <a:tr h="307440">
                <a:tc>
                  <a:txBody>
                    <a:bodyPr lIns="90000" tIns="46800" rIns="90000" bIns="46800" anchor="t">
                      <a:noAutofit/>
                    </a:bodyPr>
                    <a:p>
                      <a:pPr>
                        <a:lnSpc>
                          <a:spcPct val="100000"/>
                        </a:lnSpc>
                        <a:spcBef>
                          <a:spcPts val="349"/>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b="0" u="none" strike="noStrike">
                          <a:solidFill>
                            <a:srgbClr val="000000"/>
                          </a:solidFill>
                          <a:effectLst/>
                          <a:uFillTx/>
                          <a:latin typeface="Tahoma"/>
                          <a:ea typeface="宋体"/>
                        </a:rPr>
                        <a:t>1,000-2,499</a:t>
                      </a:r>
                      <a:endParaRPr lang="en-US" sz="1400" b="0" u="none" strike="noStrike">
                        <a:solidFill>
                          <a:srgbClr val="000000"/>
                        </a:solidFill>
                        <a:effectLst/>
                        <a:uFillTx/>
                        <a:latin typeface="Times New Roman"/>
                      </a:endParaRPr>
                    </a:p>
                  </a:txBody>
                  <a:tcPr anchor="t" marL="90000" marR="90000" marT="46800" marB="46800">
                    <a:lnL w="13680">
                      <a:solidFill>
                        <a:srgbClr val="000000"/>
                      </a:solidFill>
                      <a:prstDash val="solid"/>
                    </a:lnL>
                    <a:lnR w="5760">
                      <a:solidFill>
                        <a:srgbClr val="000000"/>
                      </a:solidFill>
                      <a:prstDash val="solid"/>
                    </a:lnR>
                    <a:lnT w="5760">
                      <a:solidFill>
                        <a:srgbClr val="000000"/>
                      </a:solidFill>
                      <a:prstDash val="solid"/>
                    </a:lnT>
                    <a:lnB w="5760">
                      <a:solidFill>
                        <a:srgbClr val="000000"/>
                      </a:solidFill>
                      <a:prstDash val="solid"/>
                    </a:lnB>
                    <a:noFill/>
                  </a:tcPr>
                </a:tc>
                <a:tc>
                  <a:txBody>
                    <a:bodyPr lIns="90000" tIns="46800" rIns="90000" bIns="46800" anchor="t">
                      <a:noAutofit/>
                    </a:bodyPr>
                    <a:p>
                      <a:pPr algn="ctr">
                        <a:lnSpc>
                          <a:spcPct val="100000"/>
                        </a:lnSpc>
                        <a:spcBef>
                          <a:spcPts val="349"/>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b="0" u="none" strike="noStrike">
                          <a:solidFill>
                            <a:srgbClr val="000000"/>
                          </a:solidFill>
                          <a:effectLst/>
                          <a:uFillTx/>
                          <a:latin typeface="Tahoma"/>
                          <a:ea typeface="宋体"/>
                        </a:rPr>
                        <a:t>1,647</a:t>
                      </a:r>
                      <a:endParaRPr lang="en-US" sz="1400" b="0" u="none" strike="noStrike">
                        <a:solidFill>
                          <a:srgbClr val="000000"/>
                        </a:solidFill>
                        <a:effectLst/>
                        <a:uFillTx/>
                        <a:latin typeface="Times New Roman"/>
                      </a:endParaRPr>
                    </a:p>
                  </a:txBody>
                  <a:tcPr anchor="t" marL="90000" marR="90000" marT="46800" marB="46800">
                    <a:lnL w="5760">
                      <a:solidFill>
                        <a:srgbClr val="000000"/>
                      </a:solidFill>
                      <a:prstDash val="solid"/>
                    </a:lnL>
                    <a:lnR w="5760">
                      <a:solidFill>
                        <a:srgbClr val="000000"/>
                      </a:solidFill>
                      <a:prstDash val="solid"/>
                    </a:lnR>
                    <a:lnT w="5760">
                      <a:solidFill>
                        <a:srgbClr val="000000"/>
                      </a:solidFill>
                      <a:prstDash val="solid"/>
                    </a:lnT>
                    <a:lnB w="5760">
                      <a:solidFill>
                        <a:srgbClr val="000000"/>
                      </a:solidFill>
                      <a:prstDash val="solid"/>
                    </a:lnB>
                    <a:noFill/>
                  </a:tcPr>
                </a:tc>
                <a:tc>
                  <a:txBody>
                    <a:bodyPr lIns="90000" tIns="46800" rIns="90000" bIns="46800" anchor="t">
                      <a:noAutofit/>
                    </a:bodyPr>
                    <a:p>
                      <a:pPr algn="ctr">
                        <a:lnSpc>
                          <a:spcPct val="100000"/>
                        </a:lnSpc>
                        <a:spcBef>
                          <a:spcPts val="349"/>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b="0" u="none" strike="noStrike">
                          <a:solidFill>
                            <a:srgbClr val="000000"/>
                          </a:solidFill>
                          <a:effectLst/>
                          <a:uFillTx/>
                          <a:latin typeface="Tahoma"/>
                          <a:ea typeface="宋体"/>
                        </a:rPr>
                        <a:t>1.36</a:t>
                      </a:r>
                      <a:endParaRPr lang="en-US" sz="1400" b="0" u="none" strike="noStrike">
                        <a:solidFill>
                          <a:srgbClr val="000000"/>
                        </a:solidFill>
                        <a:effectLst/>
                        <a:uFillTx/>
                        <a:latin typeface="Times New Roman"/>
                      </a:endParaRPr>
                    </a:p>
                  </a:txBody>
                  <a:tcPr anchor="t" marL="90000" marR="90000" marT="46800" marB="46800">
                    <a:lnL w="5760">
                      <a:solidFill>
                        <a:srgbClr val="000000"/>
                      </a:solidFill>
                      <a:prstDash val="solid"/>
                    </a:lnL>
                    <a:lnR w="13680">
                      <a:solidFill>
                        <a:srgbClr val="000000"/>
                      </a:solidFill>
                      <a:prstDash val="solid"/>
                    </a:lnR>
                    <a:lnT w="5760">
                      <a:solidFill>
                        <a:srgbClr val="000000"/>
                      </a:solidFill>
                      <a:prstDash val="solid"/>
                    </a:lnT>
                    <a:lnB w="5760">
                      <a:solidFill>
                        <a:srgbClr val="000000"/>
                      </a:solidFill>
                      <a:prstDash val="solid"/>
                    </a:lnB>
                    <a:noFill/>
                  </a:tcPr>
                </a:tc>
              </a:tr>
              <a:tr h="307440">
                <a:tc>
                  <a:txBody>
                    <a:bodyPr lIns="90000" tIns="46800" rIns="90000" bIns="46800" anchor="t">
                      <a:noAutofit/>
                    </a:bodyPr>
                    <a:p>
                      <a:pPr>
                        <a:lnSpc>
                          <a:spcPct val="100000"/>
                        </a:lnSpc>
                        <a:spcBef>
                          <a:spcPts val="349"/>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b="0" u="none" strike="noStrike">
                          <a:solidFill>
                            <a:srgbClr val="000000"/>
                          </a:solidFill>
                          <a:effectLst/>
                          <a:uFillTx/>
                          <a:latin typeface="Tahoma"/>
                          <a:ea typeface="宋体"/>
                        </a:rPr>
                        <a:t>2,500-7,499</a:t>
                      </a:r>
                      <a:endParaRPr lang="en-US" sz="1400" b="0" u="none" strike="noStrike">
                        <a:solidFill>
                          <a:srgbClr val="000000"/>
                        </a:solidFill>
                        <a:effectLst/>
                        <a:uFillTx/>
                        <a:latin typeface="Times New Roman"/>
                      </a:endParaRPr>
                    </a:p>
                  </a:txBody>
                  <a:tcPr anchor="t" marL="90000" marR="90000" marT="46800" marB="46800">
                    <a:lnL w="13680">
                      <a:solidFill>
                        <a:srgbClr val="000000"/>
                      </a:solidFill>
                      <a:prstDash val="solid"/>
                    </a:lnL>
                    <a:lnR w="5760">
                      <a:solidFill>
                        <a:srgbClr val="000000"/>
                      </a:solidFill>
                      <a:prstDash val="solid"/>
                    </a:lnR>
                    <a:lnT w="5760">
                      <a:solidFill>
                        <a:srgbClr val="000000"/>
                      </a:solidFill>
                      <a:prstDash val="solid"/>
                    </a:lnT>
                    <a:lnB w="5760">
                      <a:solidFill>
                        <a:srgbClr val="000000"/>
                      </a:solidFill>
                      <a:prstDash val="solid"/>
                    </a:lnB>
                    <a:noFill/>
                  </a:tcPr>
                </a:tc>
                <a:tc>
                  <a:txBody>
                    <a:bodyPr lIns="90000" tIns="46800" rIns="90000" bIns="46800" anchor="t">
                      <a:noAutofit/>
                    </a:bodyPr>
                    <a:p>
                      <a:pPr algn="ctr">
                        <a:lnSpc>
                          <a:spcPct val="100000"/>
                        </a:lnSpc>
                        <a:spcBef>
                          <a:spcPts val="349"/>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b="0" u="none" strike="noStrike">
                          <a:solidFill>
                            <a:srgbClr val="000000"/>
                          </a:solidFill>
                          <a:effectLst/>
                          <a:uFillTx/>
                          <a:latin typeface="Tahoma"/>
                          <a:ea typeface="宋体"/>
                        </a:rPr>
                        <a:t>1,858</a:t>
                      </a:r>
                      <a:endParaRPr lang="en-US" sz="1400" b="0" u="none" strike="noStrike">
                        <a:solidFill>
                          <a:srgbClr val="000000"/>
                        </a:solidFill>
                        <a:effectLst/>
                        <a:uFillTx/>
                        <a:latin typeface="Times New Roman"/>
                      </a:endParaRPr>
                    </a:p>
                  </a:txBody>
                  <a:tcPr anchor="t" marL="90000" marR="90000" marT="46800" marB="46800">
                    <a:lnL w="5760">
                      <a:solidFill>
                        <a:srgbClr val="000000"/>
                      </a:solidFill>
                      <a:prstDash val="solid"/>
                    </a:lnL>
                    <a:lnR w="5760">
                      <a:solidFill>
                        <a:srgbClr val="000000"/>
                      </a:solidFill>
                      <a:prstDash val="solid"/>
                    </a:lnR>
                    <a:lnT w="5760">
                      <a:solidFill>
                        <a:srgbClr val="000000"/>
                      </a:solidFill>
                      <a:prstDash val="solid"/>
                    </a:lnT>
                    <a:lnB w="5760">
                      <a:solidFill>
                        <a:srgbClr val="000000"/>
                      </a:solidFill>
                      <a:prstDash val="solid"/>
                    </a:lnB>
                    <a:noFill/>
                  </a:tcPr>
                </a:tc>
                <a:tc>
                  <a:txBody>
                    <a:bodyPr lIns="90000" tIns="46800" rIns="90000" bIns="46800" anchor="t">
                      <a:noAutofit/>
                    </a:bodyPr>
                    <a:p>
                      <a:pPr algn="ctr">
                        <a:lnSpc>
                          <a:spcPct val="100000"/>
                        </a:lnSpc>
                        <a:spcBef>
                          <a:spcPts val="349"/>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b="0" u="none" strike="noStrike">
                          <a:solidFill>
                            <a:srgbClr val="000000"/>
                          </a:solidFill>
                          <a:effectLst/>
                          <a:uFillTx/>
                          <a:latin typeface="Tahoma"/>
                          <a:ea typeface="宋体"/>
                        </a:rPr>
                        <a:t>0.19</a:t>
                      </a:r>
                      <a:endParaRPr lang="en-US" sz="1400" b="0" u="none" strike="noStrike">
                        <a:solidFill>
                          <a:srgbClr val="000000"/>
                        </a:solidFill>
                        <a:effectLst/>
                        <a:uFillTx/>
                        <a:latin typeface="Times New Roman"/>
                      </a:endParaRPr>
                    </a:p>
                  </a:txBody>
                  <a:tcPr anchor="t" marL="90000" marR="90000" marT="46800" marB="46800">
                    <a:lnL w="5760">
                      <a:solidFill>
                        <a:srgbClr val="000000"/>
                      </a:solidFill>
                      <a:prstDash val="solid"/>
                    </a:lnL>
                    <a:lnR w="13680">
                      <a:solidFill>
                        <a:srgbClr val="000000"/>
                      </a:solidFill>
                      <a:prstDash val="solid"/>
                    </a:lnR>
                    <a:lnT w="5760">
                      <a:solidFill>
                        <a:srgbClr val="000000"/>
                      </a:solidFill>
                      <a:prstDash val="solid"/>
                    </a:lnT>
                    <a:lnB w="5760">
                      <a:solidFill>
                        <a:srgbClr val="000000"/>
                      </a:solidFill>
                      <a:prstDash val="solid"/>
                    </a:lnB>
                    <a:noFill/>
                  </a:tcPr>
                </a:tc>
              </a:tr>
              <a:tr h="307440">
                <a:tc>
                  <a:txBody>
                    <a:bodyPr lIns="90000" tIns="46800" rIns="90000" bIns="46800" anchor="t">
                      <a:noAutofit/>
                    </a:bodyPr>
                    <a:p>
                      <a:pPr>
                        <a:lnSpc>
                          <a:spcPct val="100000"/>
                        </a:lnSpc>
                        <a:spcBef>
                          <a:spcPts val="349"/>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b="0" u="none" strike="noStrike">
                          <a:solidFill>
                            <a:srgbClr val="000000"/>
                          </a:solidFill>
                          <a:effectLst/>
                          <a:uFillTx/>
                          <a:latin typeface="Tahoma"/>
                          <a:ea typeface="宋体"/>
                        </a:rPr>
                        <a:t>7,500 +</a:t>
                      </a:r>
                      <a:endParaRPr lang="en-US" sz="1400" b="0" u="none" strike="noStrike">
                        <a:solidFill>
                          <a:srgbClr val="000000"/>
                        </a:solidFill>
                        <a:effectLst/>
                        <a:uFillTx/>
                        <a:latin typeface="Times New Roman"/>
                      </a:endParaRPr>
                    </a:p>
                  </a:txBody>
                  <a:tcPr anchor="t" marL="90000" marR="90000" marT="46800" marB="46800">
                    <a:lnL w="13680">
                      <a:solidFill>
                        <a:srgbClr val="000000"/>
                      </a:solidFill>
                      <a:prstDash val="solid"/>
                    </a:lnL>
                    <a:lnR w="5760">
                      <a:solidFill>
                        <a:srgbClr val="000000"/>
                      </a:solidFill>
                      <a:prstDash val="solid"/>
                    </a:lnR>
                    <a:lnT w="5760">
                      <a:solidFill>
                        <a:srgbClr val="000000"/>
                      </a:solidFill>
                      <a:prstDash val="solid"/>
                    </a:lnT>
                    <a:lnB w="5760">
                      <a:solidFill>
                        <a:srgbClr val="000000"/>
                      </a:solidFill>
                      <a:prstDash val="solid"/>
                    </a:lnB>
                    <a:noFill/>
                  </a:tcPr>
                </a:tc>
                <a:tc>
                  <a:txBody>
                    <a:bodyPr lIns="90000" tIns="46800" rIns="90000" bIns="46800" anchor="t">
                      <a:noAutofit/>
                    </a:bodyPr>
                    <a:p>
                      <a:pPr algn="ctr">
                        <a:lnSpc>
                          <a:spcPct val="100000"/>
                        </a:lnSpc>
                        <a:spcBef>
                          <a:spcPts val="349"/>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b="0" u="none" strike="noStrike">
                          <a:solidFill>
                            <a:srgbClr val="000000"/>
                          </a:solidFill>
                          <a:effectLst/>
                          <a:uFillTx/>
                          <a:latin typeface="Tahoma"/>
                          <a:ea typeface="宋体"/>
                        </a:rPr>
                        <a:t>6,498</a:t>
                      </a:r>
                      <a:endParaRPr lang="en-US" sz="1400" b="0" u="none" strike="noStrike">
                        <a:solidFill>
                          <a:srgbClr val="000000"/>
                        </a:solidFill>
                        <a:effectLst/>
                        <a:uFillTx/>
                        <a:latin typeface="Times New Roman"/>
                      </a:endParaRPr>
                    </a:p>
                  </a:txBody>
                  <a:tcPr anchor="t" marL="90000" marR="90000" marT="46800" marB="46800">
                    <a:lnL w="5760">
                      <a:solidFill>
                        <a:srgbClr val="000000"/>
                      </a:solidFill>
                      <a:prstDash val="solid"/>
                    </a:lnL>
                    <a:lnR w="5760">
                      <a:solidFill>
                        <a:srgbClr val="000000"/>
                      </a:solidFill>
                      <a:prstDash val="solid"/>
                    </a:lnR>
                    <a:lnT w="5760">
                      <a:solidFill>
                        <a:srgbClr val="000000"/>
                      </a:solidFill>
                      <a:prstDash val="solid"/>
                    </a:lnT>
                    <a:lnB w="5760">
                      <a:solidFill>
                        <a:srgbClr val="000000"/>
                      </a:solidFill>
                      <a:prstDash val="solid"/>
                    </a:lnB>
                    <a:noFill/>
                  </a:tcPr>
                </a:tc>
                <a:tc>
                  <a:txBody>
                    <a:bodyPr lIns="90000" tIns="46800" rIns="90000" bIns="46800" anchor="t">
                      <a:noAutofit/>
                    </a:bodyPr>
                    <a:p>
                      <a:pPr algn="ctr">
                        <a:lnSpc>
                          <a:spcPct val="100000"/>
                        </a:lnSpc>
                        <a:spcBef>
                          <a:spcPts val="349"/>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b="0" u="none" strike="noStrike">
                          <a:solidFill>
                            <a:srgbClr val="000000"/>
                          </a:solidFill>
                          <a:effectLst/>
                          <a:uFillTx/>
                          <a:latin typeface="Tahoma"/>
                          <a:ea typeface="宋体"/>
                        </a:rPr>
                        <a:t>5.15</a:t>
                      </a:r>
                      <a:endParaRPr lang="en-US" sz="1400" b="0" u="none" strike="noStrike">
                        <a:solidFill>
                          <a:srgbClr val="000000"/>
                        </a:solidFill>
                        <a:effectLst/>
                        <a:uFillTx/>
                        <a:latin typeface="Times New Roman"/>
                      </a:endParaRPr>
                    </a:p>
                  </a:txBody>
                  <a:tcPr anchor="t" marL="90000" marR="90000" marT="46800" marB="46800">
                    <a:lnL w="5760">
                      <a:solidFill>
                        <a:srgbClr val="000000"/>
                      </a:solidFill>
                      <a:prstDash val="solid"/>
                    </a:lnL>
                    <a:lnR w="13680">
                      <a:solidFill>
                        <a:srgbClr val="000000"/>
                      </a:solidFill>
                      <a:prstDash val="solid"/>
                    </a:lnR>
                    <a:lnT w="5760">
                      <a:solidFill>
                        <a:srgbClr val="000000"/>
                      </a:solidFill>
                      <a:prstDash val="solid"/>
                    </a:lnT>
                    <a:lnB w="5760">
                      <a:solidFill>
                        <a:srgbClr val="000000"/>
                      </a:solidFill>
                      <a:prstDash val="solid"/>
                    </a:lnB>
                    <a:noFill/>
                  </a:tcPr>
                </a:tc>
              </a:tr>
              <a:tr h="307440">
                <a:tc>
                  <a:txBody>
                    <a:bodyPr lIns="90000" tIns="46800" rIns="90000" bIns="46800" anchor="t">
                      <a:noAutofit/>
                    </a:bodyPr>
                    <a:p>
                      <a:pPr>
                        <a:lnSpc>
                          <a:spcPct val="100000"/>
                        </a:lnSpc>
                        <a:spcBef>
                          <a:spcPts val="349"/>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b="0" u="none" strike="noStrike">
                          <a:solidFill>
                            <a:srgbClr val="000000"/>
                          </a:solidFill>
                          <a:effectLst/>
                          <a:uFillTx/>
                          <a:latin typeface="Tahoma"/>
                          <a:ea typeface="宋体"/>
                        </a:rPr>
                        <a:t>Total</a:t>
                      </a:r>
                      <a:endParaRPr lang="en-US" sz="1400" b="0" u="none" strike="noStrike">
                        <a:solidFill>
                          <a:srgbClr val="000000"/>
                        </a:solidFill>
                        <a:effectLst/>
                        <a:uFillTx/>
                        <a:latin typeface="Times New Roman"/>
                      </a:endParaRPr>
                    </a:p>
                  </a:txBody>
                  <a:tcPr anchor="t" marL="90000" marR="90000" marT="46800" marB="46800">
                    <a:lnL w="13680">
                      <a:solidFill>
                        <a:srgbClr val="000000"/>
                      </a:solidFill>
                      <a:prstDash val="solid"/>
                    </a:lnL>
                    <a:lnR w="5760">
                      <a:solidFill>
                        <a:srgbClr val="000000"/>
                      </a:solidFill>
                      <a:prstDash val="solid"/>
                    </a:lnR>
                    <a:lnT w="5760">
                      <a:solidFill>
                        <a:srgbClr val="000000"/>
                      </a:solidFill>
                      <a:prstDash val="solid"/>
                    </a:lnT>
                    <a:lnB w="13680">
                      <a:solidFill>
                        <a:srgbClr val="000000"/>
                      </a:solidFill>
                      <a:prstDash val="solid"/>
                    </a:lnB>
                    <a:noFill/>
                  </a:tcPr>
                </a:tc>
                <a:tc>
                  <a:txBody>
                    <a:bodyPr lIns="90000" tIns="46800" rIns="90000" bIns="46800" anchor="t">
                      <a:noAutofit/>
                    </a:bodyPr>
                    <a:p>
                      <a:pPr algn="ctr">
                        <a:lnSpc>
                          <a:spcPct val="100000"/>
                        </a:lnSpc>
                        <a:spcBef>
                          <a:spcPts val="349"/>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b="0" u="none" strike="noStrike">
                          <a:solidFill>
                            <a:srgbClr val="000000"/>
                          </a:solidFill>
                          <a:effectLst/>
                          <a:uFillTx/>
                          <a:latin typeface="Tahoma"/>
                          <a:ea typeface="宋体"/>
                        </a:rPr>
                        <a:t>11,385</a:t>
                      </a:r>
                      <a:endParaRPr lang="en-US" sz="1400" b="0" u="none" strike="noStrike">
                        <a:solidFill>
                          <a:srgbClr val="000000"/>
                        </a:solidFill>
                        <a:effectLst/>
                        <a:uFillTx/>
                        <a:latin typeface="Times New Roman"/>
                      </a:endParaRPr>
                    </a:p>
                  </a:txBody>
                  <a:tcPr anchor="t" marL="90000" marR="90000" marT="46800" marB="46800">
                    <a:lnL w="5760">
                      <a:solidFill>
                        <a:srgbClr val="000000"/>
                      </a:solidFill>
                      <a:prstDash val="solid"/>
                    </a:lnL>
                    <a:lnR w="5760">
                      <a:solidFill>
                        <a:srgbClr val="000000"/>
                      </a:solidFill>
                      <a:prstDash val="solid"/>
                    </a:lnR>
                    <a:lnT w="5760">
                      <a:solidFill>
                        <a:srgbClr val="000000"/>
                      </a:solidFill>
                      <a:prstDash val="solid"/>
                    </a:lnT>
                    <a:lnB w="13680">
                      <a:solidFill>
                        <a:srgbClr val="000000"/>
                      </a:solidFill>
                      <a:prstDash val="solid"/>
                    </a:lnB>
                    <a:noFill/>
                  </a:tcPr>
                </a:tc>
                <a:tc>
                  <a:txBody>
                    <a:bodyPr lIns="90000" tIns="46800" rIns="90000" bIns="46800" anchor="t">
                      <a:noAutofit/>
                    </a:bodyPr>
                    <a:p>
                      <a:pPr algn="ctr">
                        <a:lnSpc>
                          <a:spcPct val="100000"/>
                        </a:lnSpc>
                        <a:spcBef>
                          <a:spcPts val="349"/>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b="0" u="none" strike="noStrike">
                          <a:solidFill>
                            <a:srgbClr val="000000"/>
                          </a:solidFill>
                          <a:effectLst/>
                          <a:uFillTx/>
                          <a:latin typeface="Tahoma"/>
                          <a:ea typeface="宋体"/>
                        </a:rPr>
                        <a:t>2.41</a:t>
                      </a:r>
                      <a:endParaRPr lang="en-US" sz="1400" b="0" u="none" strike="noStrike">
                        <a:solidFill>
                          <a:srgbClr val="000000"/>
                        </a:solidFill>
                        <a:effectLst/>
                        <a:uFillTx/>
                        <a:latin typeface="Times New Roman"/>
                      </a:endParaRPr>
                    </a:p>
                  </a:txBody>
                  <a:tcPr anchor="t" marL="90000" marR="90000" marT="46800" marB="46800">
                    <a:lnL w="5760">
                      <a:solidFill>
                        <a:srgbClr val="000000"/>
                      </a:solidFill>
                      <a:prstDash val="solid"/>
                    </a:lnL>
                    <a:lnR w="13680">
                      <a:solidFill>
                        <a:srgbClr val="000000"/>
                      </a:solidFill>
                      <a:prstDash val="solid"/>
                    </a:lnR>
                    <a:lnT w="5760">
                      <a:solidFill>
                        <a:srgbClr val="000000"/>
                      </a:solidFill>
                      <a:prstDash val="solid"/>
                    </a:lnT>
                    <a:lnB w="13680">
                      <a:solidFill>
                        <a:srgbClr val="000000"/>
                      </a:solidFill>
                      <a:prstDash val="solid"/>
                    </a:lnB>
                    <a:noFill/>
                  </a:tcPr>
                </a:tc>
              </a:tr>
            </a:tbl>
          </a:graphicData>
        </a:graphic>
      </p:graphicFrame>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8" name="PlaceHolder 1"/>
          <p:cNvSpPr>
            <a:spLocks noGrp="1"/>
          </p:cNvSpPr>
          <p:nvPr>
            <p:ph type="title"/>
          </p:nvPr>
        </p:nvSpPr>
        <p:spPr>
          <a:xfrm>
            <a:off x="685800" y="533160"/>
            <a:ext cx="7772400" cy="1143000"/>
          </a:xfrm>
          <a:prstGeom prst="rect">
            <a:avLst/>
          </a:prstGeom>
          <a:noFill/>
          <a:ln w="0">
            <a:noFill/>
          </a:ln>
        </p:spPr>
        <p:txBody>
          <a:bodyPr lIns="91440" tIns="45720" rIns="91440" bIns="45720" anchor="ctr">
            <a:noAutofit/>
          </a:bodyPr>
          <a:p>
            <a:pPr indent="0" algn="l">
              <a:lnSpc>
                <a:spcPct val="100000"/>
              </a:lnSpc>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4000" b="1" u="none" strike="noStrike">
                <a:solidFill>
                  <a:srgbClr val="FFFFFF"/>
                </a:solidFill>
                <a:effectLst/>
                <a:uFillTx/>
                <a:latin typeface="Tahoma"/>
                <a:ea typeface="宋体"/>
              </a:rPr>
              <a:t>停课与开除</a:t>
            </a:r>
            <a:endParaRPr lang="en-US" sz="4000" b="0" u="none" strike="noStrike">
              <a:solidFill>
                <a:srgbClr val="FFFFFF"/>
              </a:solidFill>
              <a:effectLst/>
              <a:uFillTx/>
              <a:latin typeface="Times New Roman"/>
            </a:endParaRPr>
          </a:p>
        </p:txBody>
      </p:sp>
      <p:sp>
        <p:nvSpPr>
          <p:cNvPr id="169" name="PlaceHolder 2"/>
          <p:cNvSpPr>
            <a:spLocks noGrp="1"/>
          </p:cNvSpPr>
          <p:nvPr>
            <p:ph/>
          </p:nvPr>
        </p:nvSpPr>
        <p:spPr>
          <a:xfrm>
            <a:off x="685800" y="2057400"/>
            <a:ext cx="7772400" cy="4114800"/>
          </a:xfrm>
          <a:prstGeom prst="rect">
            <a:avLst/>
          </a:prstGeom>
          <a:noFill/>
          <a:ln w="0">
            <a:noFill/>
          </a:ln>
        </p:spPr>
        <p:txBody>
          <a:bodyPr lIns="91440" tIns="45720" rIns="91440" bIns="45720" anchor="t">
            <a:normAutofit fontScale="85000" lnSpcReduction="9999"/>
          </a:bodyPr>
          <a:p>
            <a:pPr marL="343080" indent="-343080" algn="ctr">
              <a:lnSpc>
                <a:spcPct val="90000"/>
              </a:lnSpc>
              <a:spcBef>
                <a:spcPts val="850"/>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3400" b="1" u="none" strike="noStrike">
                <a:solidFill>
                  <a:srgbClr val="000000"/>
                </a:solidFill>
                <a:effectLst/>
                <a:uFillTx/>
                <a:latin typeface="Tahoma"/>
                <a:ea typeface="宋体"/>
              </a:rPr>
              <a:t>安全与无毒品学校</a:t>
            </a:r>
            <a:endParaRPr lang="en-US" sz="3400" b="0" u="none" strike="noStrike">
              <a:solidFill>
                <a:srgbClr val="000000"/>
              </a:solidFill>
              <a:effectLst/>
              <a:uFillTx/>
              <a:latin typeface="Times New Roman"/>
            </a:endParaRPr>
          </a:p>
          <a:p>
            <a:pPr marL="343080" indent="-343080" algn="ctr">
              <a:lnSpc>
                <a:spcPct val="90000"/>
              </a:lnSpc>
              <a:spcBef>
                <a:spcPts val="850"/>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3400" b="0" u="none" strike="noStrike">
              <a:solidFill>
                <a:srgbClr val="000000"/>
              </a:solidFill>
              <a:effectLst/>
              <a:uFillTx/>
              <a:latin typeface="Times New Roman"/>
            </a:endParaRPr>
          </a:p>
          <a:p>
            <a:pPr marL="343080" indent="-343080" algn="ctr">
              <a:lnSpc>
                <a:spcPct val="90000"/>
              </a:lnSpc>
              <a:spcBef>
                <a:spcPts val="850"/>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3400" b="1" u="none" strike="noStrike">
                <a:solidFill>
                  <a:srgbClr val="000000"/>
                </a:solidFill>
                <a:effectLst/>
                <a:uFillTx/>
                <a:latin typeface="Tahoma"/>
                <a:ea typeface="宋体"/>
              </a:rPr>
              <a:t>根据 </a:t>
            </a:r>
            <a:r>
              <a:rPr lang="en-US" sz="3400" b="1" u="none" strike="noStrike">
                <a:solidFill>
                  <a:srgbClr val="000000"/>
                </a:solidFill>
                <a:effectLst/>
                <a:uFillTx/>
                <a:latin typeface="Tahoma"/>
                <a:ea typeface="宋体"/>
              </a:rPr>
              <a:t>NCLB</a:t>
            </a:r>
            <a:r>
              <a:rPr lang="zh-CN" sz="3400" b="1" u="none" strike="noStrike">
                <a:solidFill>
                  <a:srgbClr val="000000"/>
                </a:solidFill>
                <a:effectLst/>
                <a:uFillTx/>
                <a:latin typeface="Tahoma"/>
                <a:ea typeface="宋体"/>
              </a:rPr>
              <a:t>，需收集并向联邦政府报告此类信息</a:t>
            </a:r>
            <a:endParaRPr lang="en-US" sz="3400" b="0" u="none" strike="noStrike">
              <a:solidFill>
                <a:srgbClr val="000000"/>
              </a:solidFill>
              <a:effectLst/>
              <a:uFillTx/>
              <a:latin typeface="Times New Roman"/>
            </a:endParaRPr>
          </a:p>
          <a:p>
            <a:pPr marL="343080" indent="-343080" algn="ctr">
              <a:lnSpc>
                <a:spcPct val="90000"/>
              </a:lnSpc>
              <a:spcBef>
                <a:spcPts val="850"/>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3400" b="0" u="none" strike="noStrike">
              <a:solidFill>
                <a:srgbClr val="000000"/>
              </a:solidFill>
              <a:effectLst/>
              <a:uFillTx/>
              <a:latin typeface="Times New Roman"/>
            </a:endParaRPr>
          </a:p>
          <a:p>
            <a:pPr marL="343080" indent="-343080" algn="ctr">
              <a:lnSpc>
                <a:spcPct val="90000"/>
              </a:lnSpc>
              <a:spcBef>
                <a:spcPts val="850"/>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3400" b="1" u="none" strike="noStrike">
                <a:solidFill>
                  <a:srgbClr val="000000"/>
                </a:solidFill>
                <a:effectLst/>
                <a:uFillTx/>
                <a:latin typeface="Tahoma"/>
                <a:ea typeface="宋体"/>
              </a:rPr>
              <a:t>未来将收集更详细的信息</a:t>
            </a:r>
            <a:endParaRPr lang="en-US" sz="3400" b="0" u="none" strike="noStrike">
              <a:solidFill>
                <a:srgbClr val="000000"/>
              </a:solidFill>
              <a:effectLst/>
              <a:uFillTx/>
              <a:latin typeface="Times New Roman"/>
            </a:endParaRPr>
          </a:p>
          <a:p>
            <a:pPr marL="343080" indent="-343080" algn="ctr">
              <a:lnSpc>
                <a:spcPct val="90000"/>
              </a:lnSpc>
              <a:spcBef>
                <a:spcPts val="850"/>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3400" b="0" u="none" strike="noStrike">
              <a:solidFill>
                <a:srgbClr val="000000"/>
              </a:solidFill>
              <a:effectLst/>
              <a:uFillTx/>
              <a:latin typeface="Times New Roman"/>
            </a:endParaRPr>
          </a:p>
          <a:p>
            <a:pPr marL="343080" indent="-343080" algn="ctr">
              <a:lnSpc>
                <a:spcPct val="90000"/>
              </a:lnSpc>
              <a:spcBef>
                <a:spcPts val="850"/>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3400" b="1" u="none" strike="noStrike">
                <a:solidFill>
                  <a:srgbClr val="000000"/>
                </a:solidFill>
                <a:effectLst/>
                <a:uFillTx/>
                <a:latin typeface="Tahoma"/>
                <a:ea typeface="宋体"/>
              </a:rPr>
              <a:t>这些数据也应有助于 </a:t>
            </a:r>
            <a:r>
              <a:rPr lang="en-US" sz="3400" b="1" u="none" strike="noStrike">
                <a:solidFill>
                  <a:srgbClr val="000000"/>
                </a:solidFill>
                <a:effectLst/>
                <a:uFillTx/>
                <a:latin typeface="Tahoma"/>
                <a:ea typeface="宋体"/>
              </a:rPr>
              <a:t>CSIP</a:t>
            </a:r>
            <a:r>
              <a:rPr lang="zh-CN" sz="3400" b="1" u="none" strike="noStrike">
                <a:solidFill>
                  <a:srgbClr val="000000"/>
                </a:solidFill>
                <a:effectLst/>
                <a:uFillTx/>
                <a:latin typeface="Tahoma"/>
                <a:ea typeface="宋体"/>
              </a:rPr>
              <a:t>、</a:t>
            </a:r>
            <a:r>
              <a:rPr lang="en-US" sz="3400" b="1" u="none" strike="noStrike">
                <a:solidFill>
                  <a:srgbClr val="000000"/>
                </a:solidFill>
                <a:effectLst/>
                <a:uFillTx/>
                <a:latin typeface="Tahoma"/>
                <a:ea typeface="宋体"/>
              </a:rPr>
              <a:t>SDFSC </a:t>
            </a:r>
            <a:r>
              <a:rPr lang="zh-CN" sz="3400" b="1" u="none" strike="noStrike">
                <a:solidFill>
                  <a:srgbClr val="000000"/>
                </a:solidFill>
                <a:effectLst/>
                <a:uFillTx/>
                <a:latin typeface="Tahoma"/>
                <a:ea typeface="宋体"/>
              </a:rPr>
              <a:t>预算与年度报告，以及毒品和暴力预防规划</a:t>
            </a:r>
            <a:endParaRPr lang="en-US" sz="34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0" name="PlaceHolder 1"/>
          <p:cNvSpPr>
            <a:spLocks noGrp="1"/>
          </p:cNvSpPr>
          <p:nvPr>
            <p:ph type="title"/>
          </p:nvPr>
        </p:nvSpPr>
        <p:spPr>
          <a:xfrm>
            <a:off x="685800" y="533160"/>
            <a:ext cx="7772400" cy="1143000"/>
          </a:xfrm>
          <a:prstGeom prst="rect">
            <a:avLst/>
          </a:prstGeom>
          <a:noFill/>
          <a:ln w="0">
            <a:noFill/>
          </a:ln>
        </p:spPr>
        <p:txBody>
          <a:bodyPr lIns="91440" tIns="45720" rIns="91440" bIns="45720" anchor="ctr">
            <a:noAutofit/>
          </a:bodyPr>
          <a:p>
            <a:pPr indent="0" algn="l">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4400" b="0" u="none" strike="noStrike">
                <a:solidFill>
                  <a:srgbClr val="FFFFFF"/>
                </a:solidFill>
                <a:effectLst/>
                <a:uFillTx/>
                <a:latin typeface="Times New Roman"/>
                <a:ea typeface="宋体"/>
              </a:rPr>
              <a:t>讨论要点</a:t>
            </a:r>
            <a:endParaRPr lang="en-US" sz="4400" b="0" u="none" strike="noStrike">
              <a:solidFill>
                <a:srgbClr val="FFFFFF"/>
              </a:solidFill>
              <a:effectLst/>
              <a:uFillTx/>
              <a:latin typeface="Times New Roman"/>
            </a:endParaRPr>
          </a:p>
        </p:txBody>
      </p:sp>
      <p:sp>
        <p:nvSpPr>
          <p:cNvPr id="171" name="PlaceHolder 2"/>
          <p:cNvSpPr>
            <a:spLocks noGrp="1"/>
          </p:cNvSpPr>
          <p:nvPr>
            <p:ph/>
          </p:nvPr>
        </p:nvSpPr>
        <p:spPr>
          <a:xfrm>
            <a:off x="1599840" y="2133720"/>
            <a:ext cx="7543800" cy="3962160"/>
          </a:xfrm>
          <a:prstGeom prst="rect">
            <a:avLst/>
          </a:prstGeom>
          <a:noFill/>
          <a:ln w="0">
            <a:noFill/>
          </a:ln>
        </p:spPr>
        <p:txBody>
          <a:bodyPr lIns="91440" tIns="45720" rIns="91440" bIns="45720" anchor="t">
            <a:normAutofit fontScale="85000" lnSpcReduction="9999"/>
          </a:bodyPr>
          <a:p>
            <a:pPr marL="343080" indent="-343080" algn="l">
              <a:lnSpc>
                <a:spcPct val="90000"/>
              </a:lnSpc>
              <a:spcBef>
                <a:spcPts val="700"/>
              </a:spcBef>
              <a:buClr>
                <a:srgbClr val="00EEE8"/>
              </a:buClr>
              <a:buSzPct val="7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0" u="none" strike="noStrike">
                <a:solidFill>
                  <a:srgbClr val="000000"/>
                </a:solidFill>
                <a:effectLst/>
                <a:uFillTx/>
                <a:latin typeface="Times New Roman"/>
                <a:ea typeface="宋体"/>
              </a:rPr>
              <a:t>SPP</a:t>
            </a:r>
            <a:endParaRPr lang="en-US" sz="2800" b="0" u="none" strike="noStrike">
              <a:solidFill>
                <a:srgbClr val="000000"/>
              </a:solidFill>
              <a:effectLst/>
              <a:uFillTx/>
              <a:latin typeface="Times New Roman"/>
            </a:endParaRPr>
          </a:p>
          <a:p>
            <a:pPr marL="343080" indent="-343080" algn="l">
              <a:lnSpc>
                <a:spcPct val="90000"/>
              </a:lnSpc>
              <a:spcBef>
                <a:spcPts val="700"/>
              </a:spcBef>
              <a:buClr>
                <a:srgbClr val="00EEE8"/>
              </a:buClr>
              <a:buSzPct val="7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zh-CN" sz="2800" b="0" u="none" strike="noStrike">
                <a:solidFill>
                  <a:srgbClr val="000000"/>
                </a:solidFill>
                <a:effectLst/>
                <a:uFillTx/>
                <a:latin typeface="Times New Roman"/>
                <a:ea typeface="宋体"/>
              </a:rPr>
              <a:t>停课与开除细节</a:t>
            </a:r>
            <a:endParaRPr lang="en-US" sz="2800" b="0" u="none" strike="noStrike">
              <a:solidFill>
                <a:srgbClr val="000000"/>
              </a:solidFill>
              <a:effectLst/>
              <a:uFillTx/>
              <a:latin typeface="Times New Roman"/>
            </a:endParaRPr>
          </a:p>
          <a:p>
            <a:pPr marL="343080" indent="-343080" algn="l">
              <a:lnSpc>
                <a:spcPct val="90000"/>
              </a:lnSpc>
              <a:spcBef>
                <a:spcPts val="700"/>
              </a:spcBef>
              <a:buClr>
                <a:srgbClr val="00EEE8"/>
              </a:buClr>
              <a:buSzPct val="7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zh-CN" sz="2800" b="0" u="none" strike="noStrike">
                <a:solidFill>
                  <a:srgbClr val="000000"/>
                </a:solidFill>
                <a:effectLst/>
                <a:uFillTx/>
                <a:latin typeface="Times New Roman"/>
                <a:ea typeface="宋体"/>
              </a:rPr>
              <a:t>优先事项（核心问题）</a:t>
            </a:r>
            <a:endParaRPr lang="en-US" sz="2800" b="0" u="none" strike="noStrike">
              <a:solidFill>
                <a:srgbClr val="000000"/>
              </a:solidFill>
              <a:effectLst/>
              <a:uFillTx/>
              <a:latin typeface="Times New Roman"/>
            </a:endParaRPr>
          </a:p>
          <a:p>
            <a:pPr marL="343080" indent="-343080" algn="l">
              <a:lnSpc>
                <a:spcPct val="90000"/>
              </a:lnSpc>
              <a:spcBef>
                <a:spcPts val="700"/>
              </a:spcBef>
              <a:buClr>
                <a:srgbClr val="00EEE8"/>
              </a:buClr>
              <a:buSzPct val="7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zh-CN" sz="2800" b="0" u="none" strike="noStrike">
                <a:solidFill>
                  <a:srgbClr val="000000"/>
                </a:solidFill>
                <a:effectLst/>
                <a:uFillTx/>
                <a:latin typeface="Times New Roman"/>
                <a:ea typeface="宋体"/>
              </a:rPr>
              <a:t>指标</a:t>
            </a:r>
            <a:endParaRPr lang="en-US" sz="2800" b="0" u="none" strike="noStrike">
              <a:solidFill>
                <a:srgbClr val="000000"/>
              </a:solidFill>
              <a:effectLst/>
              <a:uFillTx/>
              <a:latin typeface="Times New Roman"/>
            </a:endParaRPr>
          </a:p>
          <a:p>
            <a:pPr marL="343080" indent="-343080" algn="l">
              <a:lnSpc>
                <a:spcPct val="90000"/>
              </a:lnSpc>
              <a:spcBef>
                <a:spcPts val="700"/>
              </a:spcBef>
              <a:buClr>
                <a:srgbClr val="00EEE8"/>
              </a:buClr>
              <a:buSzPct val="7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zh-CN" sz="2800" b="0" u="none" strike="noStrike">
                <a:solidFill>
                  <a:srgbClr val="000000"/>
                </a:solidFill>
                <a:effectLst/>
                <a:uFillTx/>
                <a:latin typeface="Times New Roman"/>
                <a:ea typeface="宋体"/>
              </a:rPr>
              <a:t>测量方法</a:t>
            </a:r>
            <a:endParaRPr lang="en-US" sz="2800" b="0" u="none" strike="noStrike">
              <a:solidFill>
                <a:srgbClr val="000000"/>
              </a:solidFill>
              <a:effectLst/>
              <a:uFillTx/>
              <a:latin typeface="Times New Roman"/>
            </a:endParaRPr>
          </a:p>
          <a:p>
            <a:pPr marL="343080" indent="-343080" algn="l">
              <a:lnSpc>
                <a:spcPct val="90000"/>
              </a:lnSpc>
              <a:spcBef>
                <a:spcPts val="700"/>
              </a:spcBef>
              <a:buClr>
                <a:srgbClr val="00EEE8"/>
              </a:buClr>
              <a:buSzPct val="7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zh-CN" sz="2800" b="0" u="none" strike="noStrike">
                <a:solidFill>
                  <a:srgbClr val="000000"/>
                </a:solidFill>
                <a:effectLst/>
                <a:uFillTx/>
                <a:latin typeface="Times New Roman"/>
                <a:ea typeface="宋体"/>
              </a:rPr>
              <a:t>概览</a:t>
            </a:r>
            <a:endParaRPr lang="en-US" sz="2800" b="0" u="none" strike="noStrike">
              <a:solidFill>
                <a:srgbClr val="000000"/>
              </a:solidFill>
              <a:effectLst/>
              <a:uFillTx/>
              <a:latin typeface="Times New Roman"/>
            </a:endParaRPr>
          </a:p>
          <a:p>
            <a:pPr marL="343080" indent="-343080" algn="l">
              <a:lnSpc>
                <a:spcPct val="90000"/>
              </a:lnSpc>
              <a:spcBef>
                <a:spcPts val="700"/>
              </a:spcBef>
              <a:buClr>
                <a:srgbClr val="00EEE8"/>
              </a:buClr>
              <a:buSzPct val="7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zh-CN" sz="2800" b="0" u="none" strike="noStrike">
                <a:solidFill>
                  <a:srgbClr val="000000"/>
                </a:solidFill>
                <a:effectLst/>
                <a:uFillTx/>
                <a:latin typeface="Times New Roman"/>
                <a:ea typeface="宋体"/>
              </a:rPr>
              <a:t>基线</a:t>
            </a:r>
            <a:endParaRPr lang="en-US" sz="2800" b="0" u="none" strike="noStrike">
              <a:solidFill>
                <a:srgbClr val="000000"/>
              </a:solidFill>
              <a:effectLst/>
              <a:uFillTx/>
              <a:latin typeface="Times New Roman"/>
            </a:endParaRPr>
          </a:p>
          <a:p>
            <a:pPr marL="343080" indent="-343080" algn="l">
              <a:lnSpc>
                <a:spcPct val="90000"/>
              </a:lnSpc>
              <a:spcBef>
                <a:spcPts val="700"/>
              </a:spcBef>
              <a:buClr>
                <a:srgbClr val="00EEE8"/>
              </a:buClr>
              <a:buSzPct val="7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zh-CN" sz="2800" b="0" u="none" strike="noStrike">
                <a:solidFill>
                  <a:srgbClr val="000000"/>
                </a:solidFill>
                <a:effectLst/>
                <a:uFillTx/>
                <a:latin typeface="Times New Roman"/>
                <a:ea typeface="宋体"/>
              </a:rPr>
              <a:t>目标</a:t>
            </a:r>
            <a:endParaRPr lang="en-US" sz="2800" b="0" u="none" strike="noStrike">
              <a:solidFill>
                <a:srgbClr val="000000"/>
              </a:solidFill>
              <a:effectLst/>
              <a:uFillTx/>
              <a:latin typeface="Times New Roman"/>
            </a:endParaRPr>
          </a:p>
          <a:p>
            <a:pPr marL="343080" indent="-343080" algn="l">
              <a:lnSpc>
                <a:spcPct val="90000"/>
              </a:lnSpc>
              <a:spcBef>
                <a:spcPts val="700"/>
              </a:spcBef>
              <a:buClr>
                <a:srgbClr val="00EEE8"/>
              </a:buClr>
              <a:buSzPct val="7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zh-CN" sz="2800" b="0" u="none" strike="noStrike">
                <a:solidFill>
                  <a:srgbClr val="000000"/>
                </a:solidFill>
                <a:effectLst/>
                <a:uFillTx/>
                <a:latin typeface="Times New Roman"/>
                <a:ea typeface="宋体"/>
              </a:rPr>
              <a:t>改进活动</a:t>
            </a:r>
            <a:endParaRPr lang="en-US" sz="2800" b="0" u="none" strike="noStrike">
              <a:solidFill>
                <a:srgbClr val="000000"/>
              </a:solidFill>
              <a:effectLst/>
              <a:uFillTx/>
              <a:latin typeface="Times New Roman"/>
            </a:endParaRPr>
          </a:p>
          <a:p>
            <a:pPr marL="343080" indent="-343080" algn="l">
              <a:lnSpc>
                <a:spcPct val="90000"/>
              </a:lnSpc>
              <a:spcBef>
                <a:spcPts val="700"/>
              </a:spcBef>
              <a:buClr>
                <a:srgbClr val="00EEE8"/>
              </a:buClr>
              <a:buSzPct val="7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zh-CN" sz="2800" b="0" u="none" strike="noStrike">
                <a:solidFill>
                  <a:srgbClr val="000000"/>
                </a:solidFill>
                <a:effectLst/>
                <a:uFillTx/>
                <a:latin typeface="Times New Roman"/>
                <a:ea typeface="宋体"/>
              </a:rPr>
              <a:t>未来数据收集活动</a:t>
            </a:r>
            <a:endParaRPr lang="en-US" sz="2800" b="0" u="none" strike="noStrike">
              <a:solidFill>
                <a:srgbClr val="000000"/>
              </a:solidFill>
              <a:effectLst/>
              <a:uFillTx/>
              <a:latin typeface="Times New Roman"/>
            </a:endParaRPr>
          </a:p>
        </p:txBody>
      </p:sp>
    </p:spTree>
  </p:cSld>
  <p:transition spd="slow">
    <p:wipe dir="l"/>
  </p:transition>
  <p:timing>
    <p:tnLst>
      <p:par>
        <p:cTn id="1" dur="indefinite" restart="never" nodeType="tmRoot">
          <p:childTnLst>
            <p:seq>
              <p:cTn id="2" dur="indefinite" nodeType="mainSeq">
                <p:childTnLst>
                  <p:par>
                    <p:cTn id="3" fill="hold" nodeType="clickEffect">
                      <p:stCondLst>
                        <p:cond delay="0"/>
                      </p:stCondLst>
                      <p:childTnLst>
                        <p:par>
                          <p:cTn id="4" fill="hold" nodeType="withEffect">
                            <p:stCondLst>
                              <p:cond delay="0"/>
                            </p:stCondLst>
                            <p:childTnLst>
                              <p:par>
                                <p:cTn id="5" presetID="2" presetClass="entr" fill="hold" nodeType="afterEffect" presetSubtype="1">
                                  <p:stCondLst>
                                    <p:cond delay="0"/>
                                  </p:stCondLst>
                                  <p:childTnLst>
                                    <p:set>
                                      <p:cBhvr>
                                        <p:cTn id="6" dur="1" fill="hold">
                                          <p:stCondLst>
                                            <p:cond delay="0"/>
                                          </p:stCondLst>
                                        </p:cTn>
                                        <p:tgtEl>
                                          <p:spTgt spid="170"/>
                                        </p:tgtEl>
                                        <p:attrNameLst>
                                          <p:attrName>style.visibility</p:attrName>
                                        </p:attrNameLst>
                                      </p:cBhvr>
                                      <p:to>
                                        <p:strVal val="visible"/>
                                      </p:to>
                                    </p:set>
                                    <p:anim calcmode="lin" valueType="num">
                                      <p:cBhvr additive="base">
                                        <p:cTn id="7" dur="500" fill="hold"/>
                                        <p:tgtEl>
                                          <p:spTgt spid="170"/>
                                        </p:tgtEl>
                                        <p:attrNameLst>
                                          <p:attrName>ppt_x</p:attrName>
                                        </p:attrNameLst>
                                      </p:cBhvr>
                                      <p:tavLst>
                                        <p:tav>
                                          <p:val>
                                            <p:strVal val="#ppt_x"/>
                                          </p:val>
                                        </p:tav>
                                        <p:tav tm="100000">
                                          <p:val>
                                            <p:strVal val="#ppt_x"/>
                                          </p:val>
                                        </p:tav>
                                      </p:tavLst>
                                    </p:anim>
                                    <p:anim calcmode="lin" valueType="num">
                                      <p:cBhvr additive="base">
                                        <p:cTn id="8" dur="500" fill="hold"/>
                                        <p:tgtEl>
                                          <p:spTgt spid="170"/>
                                        </p:tgtEl>
                                        <p:attrNameLst>
                                          <p:attrName>ppt_y</p:attrName>
                                        </p:attrNameLst>
                                      </p:cBhvr>
                                      <p:tavLst>
                                        <p:tav>
                                          <p:val>
                                            <p:strVal val="0-#ppt_h/2"/>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2" name="PlaceHolder 1"/>
          <p:cNvSpPr>
            <a:spLocks noGrp="1"/>
          </p:cNvSpPr>
          <p:nvPr>
            <p:ph type="title"/>
          </p:nvPr>
        </p:nvSpPr>
        <p:spPr>
          <a:xfrm>
            <a:off x="685800" y="533160"/>
            <a:ext cx="7772400" cy="1143000"/>
          </a:xfrm>
          <a:prstGeom prst="rect">
            <a:avLst/>
          </a:prstGeom>
          <a:noFill/>
          <a:ln w="0">
            <a:noFill/>
          </a:ln>
        </p:spPr>
        <p:txBody>
          <a:bodyPr lIns="91440" tIns="45720" rIns="91440" bIns="45720" anchor="ctr">
            <a:noAutofit/>
          </a:bodyPr>
          <a:p>
            <a:pPr indent="0" algn="l">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4400" b="0" u="none" strike="noStrike">
                <a:solidFill>
                  <a:srgbClr val="FFFFFF"/>
                </a:solidFill>
                <a:effectLst/>
                <a:uFillTx/>
                <a:latin typeface="Times New Roman"/>
                <a:ea typeface="宋体"/>
              </a:rPr>
              <a:t>IDEA 2004</a:t>
            </a:r>
            <a:endParaRPr lang="en-US" sz="4400" b="0" u="none" strike="noStrike">
              <a:solidFill>
                <a:srgbClr val="FFFFFF"/>
              </a:solidFill>
              <a:effectLst/>
              <a:uFillTx/>
              <a:latin typeface="Times New Roman"/>
            </a:endParaRPr>
          </a:p>
        </p:txBody>
      </p:sp>
      <p:sp>
        <p:nvSpPr>
          <p:cNvPr id="173" name="PlaceHolder 2"/>
          <p:cNvSpPr>
            <a:spLocks noGrp="1"/>
          </p:cNvSpPr>
          <p:nvPr>
            <p:ph/>
          </p:nvPr>
        </p:nvSpPr>
        <p:spPr>
          <a:xfrm>
            <a:off x="685800" y="2057400"/>
            <a:ext cx="7772400" cy="4114800"/>
          </a:xfrm>
          <a:prstGeom prst="rect">
            <a:avLst/>
          </a:prstGeom>
          <a:noFill/>
          <a:ln w="0">
            <a:noFill/>
          </a:ln>
        </p:spPr>
        <p:txBody>
          <a:bodyPr lIns="91440" tIns="45720" rIns="91440" bIns="45720" anchor="t">
            <a:normAutofit/>
          </a:bodyPr>
          <a:p>
            <a:pPr marL="343080" indent="-343080" algn="l">
              <a:spcBef>
                <a:spcPts val="799"/>
              </a:spcBef>
              <a:buClr>
                <a:srgbClr val="00EEE8"/>
              </a:buClr>
              <a:buSzPct val="7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zh-CN" sz="3200" b="0" u="none" strike="noStrike">
                <a:solidFill>
                  <a:srgbClr val="000000"/>
                </a:solidFill>
                <a:effectLst/>
                <a:uFillTx/>
                <a:latin typeface="Times New Roman"/>
                <a:ea typeface="宋体"/>
              </a:rPr>
              <a:t>必须制定州绩效计划（</a:t>
            </a:r>
            <a:r>
              <a:rPr lang="en-US" sz="3200" b="0" u="none" strike="noStrike">
                <a:solidFill>
                  <a:srgbClr val="000000"/>
                </a:solidFill>
                <a:effectLst/>
                <a:uFillTx/>
                <a:latin typeface="Times New Roman"/>
                <a:ea typeface="宋体"/>
              </a:rPr>
              <a:t>SPP</a:t>
            </a:r>
            <a:r>
              <a:rPr lang="zh-CN" sz="3200" b="0" u="none" strike="noStrike">
                <a:solidFill>
                  <a:srgbClr val="000000"/>
                </a:solidFill>
                <a:effectLst/>
                <a:uFillTx/>
                <a:latin typeface="Times New Roman"/>
                <a:ea typeface="宋体"/>
              </a:rPr>
              <a:t>）。</a:t>
            </a:r>
            <a:endParaRPr lang="en-US" sz="3200" b="0" u="none" strike="noStrike">
              <a:solidFill>
                <a:srgbClr val="000000"/>
              </a:solidFill>
              <a:effectLst/>
              <a:uFillTx/>
              <a:latin typeface="Times New Roman"/>
            </a:endParaRPr>
          </a:p>
          <a:p>
            <a:pPr marL="343080" indent="-343080" algn="l">
              <a:spcBef>
                <a:spcPts val="799"/>
              </a:spcBef>
              <a:buClr>
                <a:srgbClr val="00EEE8"/>
              </a:buClr>
              <a:buSzPct val="7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zh-CN" sz="3200" b="0" u="none" strike="noStrike">
                <a:solidFill>
                  <a:srgbClr val="000000"/>
                </a:solidFill>
                <a:effectLst/>
                <a:uFillTx/>
                <a:latin typeface="Times New Roman"/>
                <a:ea typeface="宋体"/>
              </a:rPr>
              <a:t>重点是改善教育结果和功能性成果，即“结果”。</a:t>
            </a:r>
            <a:endParaRPr lang="en-US" sz="3200" b="0" u="none" strike="noStrike">
              <a:solidFill>
                <a:srgbClr val="000000"/>
              </a:solidFill>
              <a:effectLst/>
              <a:uFillTx/>
              <a:latin typeface="Times New Roman"/>
            </a:endParaRPr>
          </a:p>
          <a:p>
            <a:pPr marL="343080" indent="-343080" algn="l">
              <a:spcBef>
                <a:spcPts val="799"/>
              </a:spcBef>
              <a:buClr>
                <a:srgbClr val="00EEE8"/>
              </a:buClr>
              <a:buSzPct val="7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zh-CN" sz="3200" b="0" u="none" strike="noStrike">
                <a:solidFill>
                  <a:srgbClr val="000000"/>
                </a:solidFill>
                <a:effectLst/>
                <a:uFillTx/>
                <a:latin typeface="Times New Roman"/>
                <a:ea typeface="宋体"/>
              </a:rPr>
              <a:t>仍需满足合规要求，尤其是与结果最密切相关的要求。</a:t>
            </a:r>
            <a:endParaRPr lang="en-US" sz="3200" b="0" u="none" strike="noStrike">
              <a:solidFill>
                <a:srgbClr val="000000"/>
              </a:solidFill>
              <a:effectLst/>
              <a:uFillTx/>
              <a:latin typeface="Times New Roman"/>
            </a:endParaRPr>
          </a:p>
        </p:txBody>
      </p:sp>
    </p:spTree>
  </p:cSld>
  <p:transition spd="slow">
    <p:fade/>
  </p:transition>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4" name="PlaceHolder 1"/>
          <p:cNvSpPr>
            <a:spLocks noGrp="1"/>
          </p:cNvSpPr>
          <p:nvPr>
            <p:ph type="title"/>
          </p:nvPr>
        </p:nvSpPr>
        <p:spPr>
          <a:xfrm>
            <a:off x="1066680" y="2285640"/>
            <a:ext cx="7772400" cy="1143000"/>
          </a:xfrm>
          <a:prstGeom prst="rect">
            <a:avLst/>
          </a:prstGeom>
          <a:noFill/>
          <a:ln w="0">
            <a:noFill/>
          </a:ln>
        </p:spPr>
        <p:txBody>
          <a:bodyPr lIns="91440" tIns="45720" rIns="91440" bIns="45720" anchor="ctr">
            <a:noAutofit/>
          </a:bodyPr>
          <a:p>
            <a:pPr indent="0" algn="l">
              <a:lnSpc>
                <a:spcPct val="95000"/>
              </a:lnSpc>
              <a:spcAft>
                <a:spcPts val="751"/>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4000" b="0" u="none" strike="noStrike">
                <a:solidFill>
                  <a:srgbClr val="FFFFFF"/>
                </a:solidFill>
                <a:effectLst/>
                <a:uFillTx/>
                <a:latin typeface="Times New Roman"/>
                <a:ea typeface="宋体"/>
              </a:rPr>
              <a:t>停课与开除细节</a:t>
            </a:r>
            <a:endParaRPr lang="en-US" sz="4000" b="0" u="none" strike="noStrike">
              <a:solidFill>
                <a:srgbClr val="FFFFFF"/>
              </a:solidFill>
              <a:effectLst/>
              <a:uFillTx/>
              <a:latin typeface="Times New Roman"/>
            </a:endParaRPr>
          </a:p>
        </p:txBody>
      </p:sp>
    </p:spTree>
  </p:cSld>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5" name="PlaceHolder 1"/>
          <p:cNvSpPr>
            <a:spLocks noGrp="1"/>
          </p:cNvSpPr>
          <p:nvPr>
            <p:ph type="title"/>
          </p:nvPr>
        </p:nvSpPr>
        <p:spPr>
          <a:xfrm>
            <a:off x="685800" y="533160"/>
            <a:ext cx="7772400" cy="1143000"/>
          </a:xfrm>
          <a:prstGeom prst="rect">
            <a:avLst/>
          </a:prstGeom>
          <a:noFill/>
          <a:ln w="0">
            <a:noFill/>
          </a:ln>
        </p:spPr>
        <p:txBody>
          <a:bodyPr lIns="91440" tIns="45720" rIns="91440" bIns="45720" anchor="ctr">
            <a:noAutofit/>
          </a:bodyPr>
          <a:p>
            <a:pPr indent="0" algn="l">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4400" b="0" u="none" strike="noStrike">
                <a:solidFill>
                  <a:srgbClr val="FFFFFF"/>
                </a:solidFill>
                <a:effectLst/>
                <a:uFillTx/>
                <a:latin typeface="Times New Roman"/>
                <a:ea typeface="宋体"/>
              </a:rPr>
              <a:t>指标</a:t>
            </a:r>
            <a:endParaRPr lang="en-US" sz="4400" b="0" u="none" strike="noStrike">
              <a:solidFill>
                <a:srgbClr val="FFFFFF"/>
              </a:solidFill>
              <a:effectLst/>
              <a:uFillTx/>
              <a:latin typeface="Times New Roman"/>
            </a:endParaRPr>
          </a:p>
        </p:txBody>
      </p:sp>
      <p:sp>
        <p:nvSpPr>
          <p:cNvPr id="176" name="PlaceHolder 2"/>
          <p:cNvSpPr>
            <a:spLocks noGrp="1"/>
          </p:cNvSpPr>
          <p:nvPr>
            <p:ph/>
          </p:nvPr>
        </p:nvSpPr>
        <p:spPr>
          <a:xfrm>
            <a:off x="685800" y="2057400"/>
            <a:ext cx="7772400" cy="4114800"/>
          </a:xfrm>
          <a:prstGeom prst="rect">
            <a:avLst/>
          </a:prstGeom>
          <a:noFill/>
          <a:ln w="0">
            <a:noFill/>
          </a:ln>
        </p:spPr>
        <p:txBody>
          <a:bodyPr lIns="91440" tIns="45720" rIns="91440" bIns="45720" anchor="t">
            <a:normAutofit/>
          </a:bodyPr>
          <a:p>
            <a:pPr marL="343080" indent="-343080" algn="l">
              <a:lnSpc>
                <a:spcPct val="90000"/>
              </a:lnSpc>
              <a:spcBef>
                <a:spcPts val="700"/>
              </a:spcBef>
              <a:buClr>
                <a:srgbClr val="00EEE8"/>
              </a:buClr>
              <a:buSzPct val="7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zh-CN" sz="2800" b="0" u="none" strike="noStrike">
                <a:solidFill>
                  <a:srgbClr val="000000"/>
                </a:solidFill>
                <a:effectLst/>
                <a:uFillTx/>
                <a:latin typeface="Times New Roman"/>
                <a:ea typeface="宋体"/>
              </a:rPr>
              <a:t>被州认定为在一个学年内，对残疾儿童停课和开除超过 </a:t>
            </a:r>
            <a:r>
              <a:rPr lang="en-US" sz="2800" b="0" u="none" strike="noStrike">
                <a:solidFill>
                  <a:srgbClr val="000000"/>
                </a:solidFill>
                <a:effectLst/>
                <a:uFillTx/>
                <a:latin typeface="Times New Roman"/>
                <a:ea typeface="宋体"/>
              </a:rPr>
              <a:t>10 </a:t>
            </a:r>
            <a:r>
              <a:rPr lang="zh-CN" sz="2800" b="0" u="none" strike="noStrike">
                <a:solidFill>
                  <a:srgbClr val="000000"/>
                </a:solidFill>
                <a:effectLst/>
                <a:uFillTx/>
                <a:latin typeface="Times New Roman"/>
                <a:ea typeface="宋体"/>
              </a:rPr>
              <a:t>天的比率存在显著差异的学区百分比；以及</a:t>
            </a:r>
            <a:endParaRPr lang="en-US" sz="2800" b="0" u="none" strike="noStrike">
              <a:solidFill>
                <a:srgbClr val="000000"/>
              </a:solidFill>
              <a:effectLst/>
              <a:uFillTx/>
              <a:latin typeface="Times New Roman"/>
            </a:endParaRPr>
          </a:p>
          <a:p>
            <a:pPr marL="343080" indent="-343080" algn="l">
              <a:lnSpc>
                <a:spcPct val="90000"/>
              </a:lnSpc>
              <a:spcBef>
                <a:spcPts val="700"/>
              </a:spcBef>
              <a:buClr>
                <a:srgbClr val="00EEE8"/>
              </a:buClr>
              <a:buSzPct val="7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zh-CN" sz="2800" b="0" u="none" strike="noStrike">
                <a:solidFill>
                  <a:srgbClr val="000000"/>
                </a:solidFill>
                <a:effectLst/>
                <a:uFillTx/>
                <a:latin typeface="Times New Roman"/>
                <a:ea typeface="宋体"/>
              </a:rPr>
              <a:t>被州认定为按种族和族裔划分时，在一个学年内对残疾儿童停课和开除超过 </a:t>
            </a:r>
            <a:r>
              <a:rPr lang="en-US" sz="2800" b="0" u="none" strike="noStrike">
                <a:solidFill>
                  <a:srgbClr val="000000"/>
                </a:solidFill>
                <a:effectLst/>
                <a:uFillTx/>
                <a:latin typeface="Times New Roman"/>
                <a:ea typeface="宋体"/>
              </a:rPr>
              <a:t>10 </a:t>
            </a:r>
            <a:r>
              <a:rPr lang="zh-CN" sz="2800" b="0" u="none" strike="noStrike">
                <a:solidFill>
                  <a:srgbClr val="000000"/>
                </a:solidFill>
                <a:effectLst/>
                <a:uFillTx/>
                <a:latin typeface="Times New Roman"/>
                <a:ea typeface="宋体"/>
              </a:rPr>
              <a:t>天的比率存在显著差异的学区百分比。</a:t>
            </a:r>
            <a:r>
              <a:rPr lang="en-US" sz="2800" b="0" u="none" strike="noStrike">
                <a:solidFill>
                  <a:srgbClr val="000000"/>
                </a:solidFill>
                <a:effectLst/>
                <a:uFillTx/>
                <a:latin typeface="Times New Roman"/>
                <a:ea typeface="宋体"/>
              </a:rPr>
              <a:t>[</a:t>
            </a:r>
            <a:r>
              <a:rPr lang="zh-CN" sz="2800" b="0" u="none" strike="noStrike">
                <a:solidFill>
                  <a:srgbClr val="000000"/>
                </a:solidFill>
                <a:effectLst/>
                <a:uFillTx/>
                <a:latin typeface="Times New Roman"/>
                <a:ea typeface="宋体"/>
              </a:rPr>
              <a:t>新指标</a:t>
            </a:r>
            <a:r>
              <a:rPr lang="en-US" sz="2800" b="0" u="none" strike="noStrike">
                <a:solidFill>
                  <a:srgbClr val="000000"/>
                </a:solidFill>
                <a:effectLst/>
                <a:uFillTx/>
                <a:latin typeface="Times New Roman"/>
                <a:ea typeface="宋体"/>
              </a:rPr>
              <a:t>]</a:t>
            </a:r>
            <a:endParaRPr lang="en-US" sz="2800" b="0" u="none" strike="noStrike">
              <a:solidFill>
                <a:srgbClr val="000000"/>
              </a:solidFill>
              <a:effectLst/>
              <a:uFillTx/>
              <a:latin typeface="Times New Roman"/>
            </a:endParaRPr>
          </a:p>
        </p:txBody>
      </p:sp>
    </p:spTree>
  </p:cSld>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7" name="PlaceHolder 1"/>
          <p:cNvSpPr>
            <a:spLocks noGrp="1"/>
          </p:cNvSpPr>
          <p:nvPr>
            <p:ph type="title"/>
          </p:nvPr>
        </p:nvSpPr>
        <p:spPr>
          <a:xfrm>
            <a:off x="685800" y="533160"/>
            <a:ext cx="7772400" cy="1143000"/>
          </a:xfrm>
          <a:prstGeom prst="rect">
            <a:avLst/>
          </a:prstGeom>
          <a:noFill/>
          <a:ln w="0">
            <a:noFill/>
          </a:ln>
        </p:spPr>
        <p:txBody>
          <a:bodyPr lIns="91440" tIns="45720" rIns="91440" bIns="45720" anchor="ctr">
            <a:noAutofit/>
          </a:bodyPr>
          <a:p>
            <a:pPr indent="0" algn="l">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4400" b="0" u="none" strike="noStrike">
                <a:solidFill>
                  <a:srgbClr val="FFFFFF"/>
                </a:solidFill>
                <a:effectLst/>
                <a:uFillTx/>
                <a:latin typeface="Times New Roman"/>
                <a:ea typeface="宋体"/>
              </a:rPr>
              <a:t>测量方法</a:t>
            </a:r>
            <a:endParaRPr lang="en-US" sz="4400" b="0" u="none" strike="noStrike">
              <a:solidFill>
                <a:srgbClr val="FFFFFF"/>
              </a:solidFill>
              <a:effectLst/>
              <a:uFillTx/>
              <a:latin typeface="Times New Roman"/>
            </a:endParaRPr>
          </a:p>
        </p:txBody>
      </p:sp>
      <p:sp>
        <p:nvSpPr>
          <p:cNvPr id="178" name="PlaceHolder 2"/>
          <p:cNvSpPr>
            <a:spLocks noGrp="1"/>
          </p:cNvSpPr>
          <p:nvPr>
            <p:ph/>
          </p:nvPr>
        </p:nvSpPr>
        <p:spPr>
          <a:xfrm>
            <a:off x="685800" y="2057400"/>
            <a:ext cx="7772400" cy="4114800"/>
          </a:xfrm>
          <a:prstGeom prst="rect">
            <a:avLst/>
          </a:prstGeom>
          <a:noFill/>
          <a:ln w="0">
            <a:noFill/>
          </a:ln>
        </p:spPr>
        <p:txBody>
          <a:bodyPr lIns="91440" tIns="45720" rIns="91440" bIns="45720" anchor="t">
            <a:normAutofit/>
          </a:bodyPr>
          <a:p>
            <a:pPr marL="743040" lvl="1" indent="-285840" algn="l">
              <a:lnSpc>
                <a:spcPct val="90000"/>
              </a:lnSpc>
              <a:spcBef>
                <a:spcPts val="601"/>
              </a:spcBef>
              <a:buClr>
                <a:srgbClr val="009999"/>
              </a:buClr>
              <a:buSzPct val="7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zh-CN" sz="2400" b="0" u="none" strike="noStrike">
                <a:solidFill>
                  <a:srgbClr val="000000"/>
                </a:solidFill>
                <a:effectLst/>
                <a:uFillTx/>
                <a:latin typeface="Times New Roman"/>
                <a:ea typeface="宋体"/>
              </a:rPr>
              <a:t>百分比 </a:t>
            </a:r>
            <a:r>
              <a:rPr lang="en-US" sz="2400" b="0" u="none" strike="noStrike">
                <a:solidFill>
                  <a:srgbClr val="000000"/>
                </a:solidFill>
                <a:effectLst/>
                <a:uFillTx/>
                <a:latin typeface="Times New Roman"/>
                <a:ea typeface="宋体"/>
              </a:rPr>
              <a:t>= </a:t>
            </a:r>
            <a:r>
              <a:rPr lang="zh-CN" sz="2400" b="0" u="none" strike="noStrike">
                <a:solidFill>
                  <a:srgbClr val="000000"/>
                </a:solidFill>
                <a:effectLst/>
                <a:uFillTx/>
                <a:latin typeface="Times New Roman"/>
                <a:ea typeface="宋体"/>
              </a:rPr>
              <a:t>被州认定为在一个学年内，对残疾儿童停课和开除超过 </a:t>
            </a:r>
            <a:r>
              <a:rPr lang="en-US" sz="2400" b="0" u="none" strike="noStrike">
                <a:solidFill>
                  <a:srgbClr val="000000"/>
                </a:solidFill>
                <a:effectLst/>
                <a:uFillTx/>
                <a:latin typeface="Times New Roman"/>
                <a:ea typeface="宋体"/>
              </a:rPr>
              <a:t>10 </a:t>
            </a:r>
            <a:r>
              <a:rPr lang="zh-CN" sz="2400" b="0" u="none" strike="noStrike">
                <a:solidFill>
                  <a:srgbClr val="000000"/>
                </a:solidFill>
                <a:effectLst/>
                <a:uFillTx/>
                <a:latin typeface="Times New Roman"/>
                <a:ea typeface="宋体"/>
              </a:rPr>
              <a:t>天的比率存在显著差异的学区数 </a:t>
            </a:r>
            <a:r>
              <a:rPr lang="en-US" sz="2400" b="0" u="none" strike="noStrike">
                <a:solidFill>
                  <a:srgbClr val="000000"/>
                </a:solidFill>
                <a:effectLst/>
                <a:uFillTx/>
                <a:latin typeface="Times New Roman"/>
                <a:ea typeface="宋体"/>
              </a:rPr>
              <a:t>/ </a:t>
            </a:r>
            <a:r>
              <a:rPr lang="zh-CN" sz="2400" b="0" u="none" strike="noStrike">
                <a:solidFill>
                  <a:srgbClr val="000000"/>
                </a:solidFill>
                <a:effectLst/>
                <a:uFillTx/>
                <a:latin typeface="Times New Roman"/>
                <a:ea typeface="宋体"/>
              </a:rPr>
              <a:t>州内学区总数 </a:t>
            </a:r>
            <a:r>
              <a:rPr lang="en-US" sz="2400" b="0" u="none" strike="noStrike">
                <a:solidFill>
                  <a:srgbClr val="000000"/>
                </a:solidFill>
                <a:effectLst/>
                <a:uFillTx/>
                <a:latin typeface="Times New Roman"/>
                <a:ea typeface="宋体"/>
              </a:rPr>
              <a:t>x 100</a:t>
            </a:r>
            <a:r>
              <a:rPr lang="zh-CN" sz="2400" b="0" u="none" strike="noStrike">
                <a:solidFill>
                  <a:srgbClr val="000000"/>
                </a:solidFill>
                <a:effectLst/>
                <a:uFillTx/>
                <a:latin typeface="Times New Roman"/>
                <a:ea typeface="宋体"/>
              </a:rPr>
              <a:t>。</a:t>
            </a:r>
            <a:endParaRPr lang="en-US" sz="2400" b="0" u="none" strike="noStrike">
              <a:solidFill>
                <a:srgbClr val="000000"/>
              </a:solidFill>
              <a:effectLst/>
              <a:uFillTx/>
              <a:latin typeface="Times New Roman"/>
            </a:endParaRPr>
          </a:p>
          <a:p>
            <a:pPr marL="743040" lvl="1" indent="0" algn="l">
              <a:lnSpc>
                <a:spcPct val="90000"/>
              </a:lnSpc>
              <a:spcBef>
                <a:spcPts val="601"/>
              </a:spcBef>
              <a:buNone/>
              <a:tabLst>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imes New Roman"/>
            </a:endParaRPr>
          </a:p>
          <a:p>
            <a:pPr marL="743040" lvl="1" indent="-285840" algn="l">
              <a:lnSpc>
                <a:spcPct val="90000"/>
              </a:lnSpc>
              <a:spcBef>
                <a:spcPts val="601"/>
              </a:spcBef>
              <a:buClr>
                <a:srgbClr val="009999"/>
              </a:buClr>
              <a:buSzPct val="7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zh-CN" sz="2400" b="0" u="none" strike="noStrike">
                <a:solidFill>
                  <a:srgbClr val="000000"/>
                </a:solidFill>
                <a:effectLst/>
                <a:uFillTx/>
                <a:latin typeface="Times New Roman"/>
                <a:ea typeface="宋体"/>
              </a:rPr>
              <a:t>百分比 </a:t>
            </a:r>
            <a:r>
              <a:rPr lang="en-US" sz="2400" b="0" u="none" strike="noStrike">
                <a:solidFill>
                  <a:srgbClr val="000000"/>
                </a:solidFill>
                <a:effectLst/>
                <a:uFillTx/>
                <a:latin typeface="Times New Roman"/>
                <a:ea typeface="宋体"/>
              </a:rPr>
              <a:t>= </a:t>
            </a:r>
            <a:r>
              <a:rPr lang="zh-CN" sz="2400" b="0" u="none" strike="noStrike">
                <a:solidFill>
                  <a:srgbClr val="000000"/>
                </a:solidFill>
                <a:effectLst/>
                <a:uFillTx/>
                <a:latin typeface="Times New Roman"/>
                <a:ea typeface="宋体"/>
              </a:rPr>
              <a:t>被州认定为按种族和族裔划分时，在一个学年内对残疾儿童停课和开除超过 </a:t>
            </a:r>
            <a:r>
              <a:rPr lang="en-US" sz="2400" b="0" u="none" strike="noStrike">
                <a:solidFill>
                  <a:srgbClr val="000000"/>
                </a:solidFill>
                <a:effectLst/>
                <a:uFillTx/>
                <a:latin typeface="Times New Roman"/>
                <a:ea typeface="宋体"/>
              </a:rPr>
              <a:t>10 </a:t>
            </a:r>
            <a:r>
              <a:rPr lang="zh-CN" sz="2400" b="0" u="none" strike="noStrike">
                <a:solidFill>
                  <a:srgbClr val="000000"/>
                </a:solidFill>
                <a:effectLst/>
                <a:uFillTx/>
                <a:latin typeface="Times New Roman"/>
                <a:ea typeface="宋体"/>
              </a:rPr>
              <a:t>天的比率存在显著差异的学区数 </a:t>
            </a:r>
            <a:r>
              <a:rPr lang="en-US" sz="2400" b="0" u="none" strike="noStrike">
                <a:solidFill>
                  <a:srgbClr val="000000"/>
                </a:solidFill>
                <a:effectLst/>
                <a:uFillTx/>
                <a:latin typeface="Times New Roman"/>
                <a:ea typeface="宋体"/>
              </a:rPr>
              <a:t>/ </a:t>
            </a:r>
            <a:r>
              <a:rPr lang="zh-CN" sz="2400" b="0" u="none" strike="noStrike">
                <a:solidFill>
                  <a:srgbClr val="000000"/>
                </a:solidFill>
                <a:effectLst/>
                <a:uFillTx/>
                <a:latin typeface="Times New Roman"/>
                <a:ea typeface="宋体"/>
              </a:rPr>
              <a:t>州内学区总数 </a:t>
            </a:r>
            <a:r>
              <a:rPr lang="en-US" sz="2400" b="0" u="none" strike="noStrike">
                <a:solidFill>
                  <a:srgbClr val="000000"/>
                </a:solidFill>
                <a:effectLst/>
                <a:uFillTx/>
                <a:latin typeface="Times New Roman"/>
                <a:ea typeface="宋体"/>
              </a:rPr>
              <a:t>x 100</a:t>
            </a:r>
            <a:r>
              <a:rPr lang="zh-CN" sz="2400" b="0" u="none" strike="noStrike">
                <a:solidFill>
                  <a:srgbClr val="000000"/>
                </a:solidFill>
                <a:effectLst/>
                <a:uFillTx/>
                <a:latin typeface="Times New Roman"/>
                <a:ea typeface="宋体"/>
              </a:rPr>
              <a:t>。包括州对“显著差异”的定义。</a:t>
            </a:r>
            <a:endParaRPr lang="en-US" sz="2400" b="0" u="none" strike="noStrike">
              <a:solidFill>
                <a:srgbClr val="000000"/>
              </a:solidFill>
              <a:effectLst/>
              <a:uFillTx/>
              <a:latin typeface="Times New Roman"/>
            </a:endParaRPr>
          </a:p>
        </p:txBody>
      </p:sp>
    </p:spTree>
  </p:cSld>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9" name="PlaceHolder 1"/>
          <p:cNvSpPr>
            <a:spLocks noGrp="1"/>
          </p:cNvSpPr>
          <p:nvPr>
            <p:ph type="title"/>
          </p:nvPr>
        </p:nvSpPr>
        <p:spPr>
          <a:xfrm>
            <a:off x="685800" y="533160"/>
            <a:ext cx="7772400" cy="1143000"/>
          </a:xfrm>
          <a:prstGeom prst="rect">
            <a:avLst/>
          </a:prstGeom>
          <a:noFill/>
          <a:ln w="0">
            <a:noFill/>
          </a:ln>
        </p:spPr>
        <p:txBody>
          <a:bodyPr lIns="91440" tIns="45720" rIns="91440" bIns="45720" anchor="ctr">
            <a:noAutofit/>
          </a:bodyPr>
          <a:p>
            <a:pPr indent="0" algn="l">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4400" b="0" u="none" strike="noStrike">
                <a:solidFill>
                  <a:srgbClr val="FFFFFF"/>
                </a:solidFill>
                <a:effectLst/>
                <a:uFillTx/>
                <a:latin typeface="Times New Roman"/>
                <a:ea typeface="宋体"/>
              </a:rPr>
              <a:t>问题概览</a:t>
            </a:r>
            <a:r>
              <a:rPr lang="en-US" sz="4400" b="0" u="none" strike="noStrike">
                <a:solidFill>
                  <a:srgbClr val="FFFFFF"/>
                </a:solidFill>
                <a:effectLst/>
                <a:uFillTx/>
                <a:latin typeface="Times New Roman"/>
                <a:ea typeface="宋体"/>
              </a:rPr>
              <a:t>/</a:t>
            </a:r>
            <a:r>
              <a:rPr lang="zh-CN" sz="4400" b="0" u="none" strike="noStrike">
                <a:solidFill>
                  <a:srgbClr val="FFFFFF"/>
                </a:solidFill>
                <a:effectLst/>
                <a:uFillTx/>
                <a:latin typeface="Times New Roman"/>
                <a:ea typeface="宋体"/>
              </a:rPr>
              <a:t>系统或流程描述</a:t>
            </a:r>
            <a:endParaRPr lang="en-US" sz="4400" b="0" u="none" strike="noStrike">
              <a:solidFill>
                <a:srgbClr val="FFFFFF"/>
              </a:solidFill>
              <a:effectLst/>
              <a:uFillTx/>
              <a:latin typeface="Times New Roman"/>
            </a:endParaRPr>
          </a:p>
        </p:txBody>
      </p:sp>
      <p:sp>
        <p:nvSpPr>
          <p:cNvPr id="180" name="PlaceHolder 2"/>
          <p:cNvSpPr>
            <a:spLocks noGrp="1"/>
          </p:cNvSpPr>
          <p:nvPr>
            <p:ph/>
          </p:nvPr>
        </p:nvSpPr>
        <p:spPr>
          <a:xfrm>
            <a:off x="685800" y="2057400"/>
            <a:ext cx="7772400" cy="4114800"/>
          </a:xfrm>
          <a:prstGeom prst="rect">
            <a:avLst/>
          </a:prstGeom>
          <a:noFill/>
          <a:ln w="0">
            <a:noFill/>
          </a:ln>
        </p:spPr>
        <p:txBody>
          <a:bodyPr lIns="91440" tIns="45720" rIns="91440" bIns="45720" anchor="t">
            <a:normAutofit/>
          </a:bodyPr>
          <a:p>
            <a:pPr marL="343080" indent="-343080" algn="l">
              <a:spcBef>
                <a:spcPts val="799"/>
              </a:spcBef>
              <a:buClr>
                <a:srgbClr val="00EEE8"/>
              </a:buClr>
              <a:buSzPct val="7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zh-CN" sz="3200" b="0" u="none" strike="noStrike">
                <a:solidFill>
                  <a:srgbClr val="000000"/>
                </a:solidFill>
                <a:effectLst/>
                <a:uFillTx/>
                <a:latin typeface="Times New Roman"/>
                <a:ea typeface="宋体"/>
              </a:rPr>
              <a:t>既往数据收集工作</a:t>
            </a:r>
            <a:endParaRPr lang="en-US" sz="3200" b="0" u="none" strike="noStrike">
              <a:solidFill>
                <a:srgbClr val="000000"/>
              </a:solidFill>
              <a:effectLst/>
              <a:uFillTx/>
              <a:latin typeface="Times New Roman"/>
            </a:endParaRPr>
          </a:p>
          <a:p>
            <a:pPr marL="343080" indent="-343080" algn="l">
              <a:spcBef>
                <a:spcPts val="799"/>
              </a:spcBef>
              <a:buClr>
                <a:srgbClr val="00EEE8"/>
              </a:buClr>
              <a:buSzPct val="7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zh-CN" sz="3200" b="0" u="none" strike="noStrike">
                <a:solidFill>
                  <a:srgbClr val="000000"/>
                </a:solidFill>
                <a:effectLst/>
                <a:uFillTx/>
                <a:latin typeface="Times New Roman"/>
                <a:ea typeface="宋体"/>
              </a:rPr>
              <a:t>过去的方法</a:t>
            </a:r>
            <a:endParaRPr lang="en-US" sz="3200" b="0" u="none" strike="noStrike">
              <a:solidFill>
                <a:srgbClr val="000000"/>
              </a:solidFill>
              <a:effectLst/>
              <a:uFillTx/>
              <a:latin typeface="Times New Roman"/>
            </a:endParaRPr>
          </a:p>
          <a:p>
            <a:pPr marL="343080" indent="-343080" algn="l">
              <a:spcBef>
                <a:spcPts val="799"/>
              </a:spcBef>
              <a:buClr>
                <a:srgbClr val="00EEE8"/>
              </a:buClr>
              <a:buSzPct val="7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zh-CN" sz="3200" b="0" u="none" strike="noStrike">
                <a:solidFill>
                  <a:srgbClr val="000000"/>
                </a:solidFill>
                <a:effectLst/>
                <a:uFillTx/>
                <a:latin typeface="Times New Roman"/>
                <a:ea typeface="宋体"/>
              </a:rPr>
              <a:t>既往分析与结果</a:t>
            </a:r>
            <a:endParaRPr lang="en-US" sz="3200" b="0" u="none" strike="noStrike">
              <a:solidFill>
                <a:srgbClr val="000000"/>
              </a:solidFill>
              <a:effectLst/>
              <a:uFillTx/>
              <a:latin typeface="Times New Roman"/>
            </a:endParaRPr>
          </a:p>
        </p:txBody>
      </p:sp>
    </p:spTree>
  </p:cSld>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1" name="PlaceHolder 1"/>
          <p:cNvSpPr>
            <a:spLocks noGrp="1"/>
          </p:cNvSpPr>
          <p:nvPr>
            <p:ph type="title"/>
          </p:nvPr>
        </p:nvSpPr>
        <p:spPr>
          <a:xfrm>
            <a:off x="685800" y="533160"/>
            <a:ext cx="7772400" cy="1143000"/>
          </a:xfrm>
          <a:prstGeom prst="rect">
            <a:avLst/>
          </a:prstGeom>
          <a:noFill/>
          <a:ln w="0">
            <a:noFill/>
          </a:ln>
        </p:spPr>
        <p:txBody>
          <a:bodyPr lIns="91440" tIns="45720" rIns="91440" bIns="45720" anchor="ctr">
            <a:noAutofit/>
          </a:bodyPr>
          <a:p>
            <a:pPr indent="0" algn="l">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4400" b="0" u="none" strike="noStrike">
                <a:solidFill>
                  <a:srgbClr val="FFFFFF"/>
                </a:solidFill>
                <a:effectLst/>
                <a:uFillTx/>
                <a:latin typeface="Times New Roman"/>
                <a:ea typeface="宋体"/>
              </a:rPr>
              <a:t>方法</a:t>
            </a:r>
            <a:endParaRPr lang="en-US" sz="4400" b="0" u="none" strike="noStrike">
              <a:solidFill>
                <a:srgbClr val="FFFFFF"/>
              </a:solidFill>
              <a:effectLst/>
              <a:uFillTx/>
              <a:latin typeface="Times New Roman"/>
            </a:endParaRPr>
          </a:p>
        </p:txBody>
      </p:sp>
      <p:grpSp>
        <p:nvGrpSpPr>
          <p:cNvPr id="182" name="Group 24"/>
          <p:cNvGrpSpPr/>
          <p:nvPr/>
        </p:nvGrpSpPr>
        <p:grpSpPr>
          <a:xfrm>
            <a:off x="1536840" y="1976400"/>
            <a:ext cx="6070320" cy="2905200"/>
            <a:chOff x="1536840" y="1976400"/>
            <a:chExt cx="6070320" cy="2905200"/>
          </a:xfrm>
        </p:grpSpPr>
        <p:grpSp>
          <p:nvGrpSpPr>
            <p:cNvPr id="183" name="Group 22"/>
            <p:cNvGrpSpPr/>
            <p:nvPr/>
          </p:nvGrpSpPr>
          <p:grpSpPr>
            <a:xfrm>
              <a:off x="1541160" y="1981080"/>
              <a:ext cx="6060240" cy="2895480"/>
              <a:chOff x="1541160" y="1981080"/>
              <a:chExt cx="6060240" cy="2895480"/>
            </a:xfrm>
          </p:grpSpPr>
          <p:grpSp>
            <p:nvGrpSpPr>
              <p:cNvPr id="184" name="Group 11"/>
              <p:cNvGrpSpPr/>
              <p:nvPr/>
            </p:nvGrpSpPr>
            <p:grpSpPr>
              <a:xfrm>
                <a:off x="1541160" y="1981080"/>
                <a:ext cx="3060360" cy="1066680"/>
                <a:chOff x="1541160" y="1981080"/>
                <a:chExt cx="3060360" cy="1066680"/>
              </a:xfrm>
            </p:grpSpPr>
            <p:sp>
              <p:nvSpPr>
                <p:cNvPr id="185" name="Rectangle 4"/>
                <p:cNvSpPr/>
                <p:nvPr/>
              </p:nvSpPr>
              <p:spPr>
                <a:xfrm>
                  <a:off x="1609200" y="1981080"/>
                  <a:ext cx="2923560" cy="1066680"/>
                </a:xfrm>
                <a:prstGeom prst="rect">
                  <a:avLst/>
                </a:prstGeom>
                <a:noFill/>
                <a:ln w="0">
                  <a:noFill/>
                </a:ln>
              </p:spPr>
              <p:style>
                <a:lnRef idx="0"/>
                <a:fillRef idx="0"/>
                <a:effectRef idx="0"/>
                <a:fontRef idx="minor"/>
              </p:style>
              <p:txBody>
                <a:bodyPr lIns="90000" tIns="46800" rIns="90000" bIns="46800" anchor="ctr">
                  <a:noAutofit/>
                </a:bodyPr>
                <a:p>
                  <a:pPr>
                    <a:lnSpc>
                      <a:spcPct val="100000"/>
                    </a:lnSpc>
                    <a:tabLst>
                      <a:tab pos="0" algn="l"/>
                      <a:tab pos="1371600" algn="ctr"/>
                      <a:tab pos="2286000" algn="l"/>
                      <a:tab pos="2743200" algn="l"/>
                      <a:tab pos="3657600" algn="l"/>
                      <a:tab pos="4572000" algn="l"/>
                      <a:tab pos="5486400" algn="l"/>
                      <a:tab pos="6400800" algn="l"/>
                      <a:tab pos="7315200" algn="l"/>
                      <a:tab pos="8229600" algn="l"/>
                      <a:tab pos="9144000" algn="l"/>
                      <a:tab pos="10058400" algn="l"/>
                    </a:tabLst>
                  </a:pPr>
                  <a:r>
                    <a:rPr lang="en-US" sz="1000" b="1" u="none" strike="noStrike">
                      <a:solidFill>
                        <a:srgbClr val="000000"/>
                      </a:solidFill>
                      <a:effectLst/>
                      <a:uFillTx/>
                      <a:latin typeface="Arial"/>
                      <a:ea typeface="宋体"/>
                    </a:rPr>
                    <a:t> </a:t>
                  </a:r>
                  <a:endParaRPr lang="en-US" sz="1000" b="0" u="none" strike="noStrike">
                    <a:solidFill>
                      <a:srgbClr val="000000"/>
                    </a:solidFill>
                    <a:effectLst/>
                    <a:uFillTx/>
                    <a:latin typeface="Times New Roman"/>
                  </a:endParaRPr>
                </a:p>
                <a:p>
                  <a:pPr>
                    <a:lnSpc>
                      <a:spcPct val="100000"/>
                    </a:lnSpc>
                    <a:tabLst>
                      <a:tab pos="0" algn="l"/>
                      <a:tab pos="1371600" algn="ctr"/>
                      <a:tab pos="2286000" algn="l"/>
                      <a:tab pos="2743200" algn="l"/>
                      <a:tab pos="3657600" algn="l"/>
                      <a:tab pos="4572000" algn="l"/>
                      <a:tab pos="5486400" algn="l"/>
                      <a:tab pos="6400800" algn="l"/>
                      <a:tab pos="7315200" algn="l"/>
                      <a:tab pos="8229600" algn="l"/>
                      <a:tab pos="9144000" algn="l"/>
                      <a:tab pos="10058400" algn="l"/>
                    </a:tabLst>
                  </a:pPr>
                  <a:r>
                    <a:rPr lang="en-US" sz="1000" b="0" u="none" strike="noStrike">
                      <a:solidFill>
                        <a:srgbClr val="000000"/>
                      </a:solidFill>
                      <a:effectLst/>
                      <a:uFillTx/>
                      <a:latin typeface="Arial"/>
                      <a:ea typeface="宋体"/>
                    </a:rPr>
                    <a:t>	</a:t>
                  </a:r>
                  <a:r>
                    <a:rPr lang="en-US" sz="1000" b="0" u="none" strike="noStrike">
                      <a:solidFill>
                        <a:srgbClr val="000000"/>
                      </a:solidFill>
                      <a:effectLst/>
                      <a:uFillTx/>
                      <a:latin typeface="Arial"/>
                      <a:ea typeface="宋体"/>
                    </a:rPr>
                    <a:t>(a) rate of suspensions &gt; 10 days  for</a:t>
                  </a:r>
                  <a:r>
                    <a:rPr lang="en-US" sz="1000" b="0" u="none" strike="noStrike">
                      <a:solidFill>
                        <a:srgbClr val="000000"/>
                      </a:solidFill>
                      <a:effectLst/>
                      <a:uFillTx/>
                      <a:latin typeface="Arial"/>
                      <a:ea typeface="宋体"/>
                    </a:rPr>
                    <a:t>	</a:t>
                  </a:r>
                  <a:r>
                    <a:rPr lang="en-US" sz="1000" b="0" u="none" strike="noStrike">
                      <a:solidFill>
                        <a:srgbClr val="000000"/>
                      </a:solidFill>
                      <a:effectLst/>
                      <a:uFillTx/>
                      <a:latin typeface="Arial"/>
                      <a:ea typeface="宋体"/>
                    </a:rPr>
                    <a:t>=</a:t>
                  </a:r>
                  <a:br>
                    <a:rPr sz="1000"/>
                  </a:br>
                  <a:r>
                    <a:rPr lang="en-US" sz="1000" b="0" u="none" strike="noStrike">
                      <a:solidFill>
                        <a:srgbClr val="000000"/>
                      </a:solidFill>
                      <a:effectLst/>
                      <a:uFillTx/>
                      <a:latin typeface="Arial"/>
                      <a:ea typeface="宋体"/>
                    </a:rPr>
                    <a:t>	</a:t>
                  </a:r>
                  <a:r>
                    <a:rPr lang="en-US" sz="1000" b="0" u="none" strike="noStrike">
                      <a:solidFill>
                        <a:srgbClr val="000000"/>
                      </a:solidFill>
                      <a:effectLst/>
                      <a:uFillTx/>
                      <a:latin typeface="Arial"/>
                      <a:ea typeface="宋体"/>
                    </a:rPr>
                    <a:t>students with disabilities</a:t>
                  </a:r>
                  <a:endParaRPr lang="en-US" sz="1000" b="0" u="none" strike="noStrike">
                    <a:solidFill>
                      <a:srgbClr val="000000"/>
                    </a:solidFill>
                    <a:effectLst/>
                    <a:uFillTx/>
                    <a:latin typeface="Times New Roman"/>
                  </a:endParaRPr>
                </a:p>
                <a:p>
                  <a:pPr>
                    <a:lnSpc>
                      <a:spcPct val="100000"/>
                    </a:lnSpc>
                    <a:tabLst>
                      <a:tab pos="0" algn="l"/>
                      <a:tab pos="1371600" algn="ctr"/>
                      <a:tab pos="2286000" algn="l"/>
                      <a:tab pos="2743200" algn="l"/>
                      <a:tab pos="3657600" algn="l"/>
                      <a:tab pos="4572000" algn="l"/>
                      <a:tab pos="5486400" algn="l"/>
                      <a:tab pos="6400800" algn="l"/>
                      <a:tab pos="7315200" algn="l"/>
                      <a:tab pos="8229600" algn="l"/>
                      <a:tab pos="9144000" algn="l"/>
                      <a:tab pos="10058400" algn="l"/>
                    </a:tabLst>
                  </a:pPr>
                  <a:endParaRPr lang="en-US" sz="1000" b="0" u="none" strike="noStrike">
                    <a:solidFill>
                      <a:srgbClr val="000000"/>
                    </a:solidFill>
                    <a:effectLst/>
                    <a:uFillTx/>
                    <a:latin typeface="Times New Roman"/>
                  </a:endParaRPr>
                </a:p>
              </p:txBody>
            </p:sp>
            <p:sp>
              <p:nvSpPr>
                <p:cNvPr id="186" name="Rectangle 10"/>
                <p:cNvSpPr/>
                <p:nvPr/>
              </p:nvSpPr>
              <p:spPr>
                <a:xfrm>
                  <a:off x="1541160" y="1981080"/>
                  <a:ext cx="3060360" cy="1066680"/>
                </a:xfrm>
                <a:prstGeom prst="rect">
                  <a:avLst/>
                </a:prstGeom>
                <a:noFill/>
                <a:ln w="0">
                  <a:solidFill>
                    <a:srgbClr val="A0A0A0"/>
                  </a:solidFill>
                </a:ln>
              </p:spPr>
              <p:style>
                <a:lnRef idx="0"/>
                <a:fillRef idx="0"/>
                <a:effectRef idx="0"/>
                <a:fontRef idx="minor"/>
              </p:style>
              <p:txBody>
                <a:bodyPr wrap="none" lIns="90000" tIns="46800" rIns="90000" bIns="46800" anchor="t">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imes New Roman"/>
                  </a:endParaRPr>
                </a:p>
              </p:txBody>
            </p:sp>
          </p:grpSp>
          <p:grpSp>
            <p:nvGrpSpPr>
              <p:cNvPr id="187" name="Group 13"/>
              <p:cNvGrpSpPr/>
              <p:nvPr/>
            </p:nvGrpSpPr>
            <p:grpSpPr>
              <a:xfrm>
                <a:off x="4601520" y="1981080"/>
                <a:ext cx="2999880" cy="1066680"/>
                <a:chOff x="4601520" y="1981080"/>
                <a:chExt cx="2999880" cy="1066680"/>
              </a:xfrm>
            </p:grpSpPr>
            <p:sp>
              <p:nvSpPr>
                <p:cNvPr id="188" name="Rectangle 5"/>
                <p:cNvSpPr/>
                <p:nvPr/>
              </p:nvSpPr>
              <p:spPr>
                <a:xfrm>
                  <a:off x="4669560" y="1981080"/>
                  <a:ext cx="2863440" cy="1066680"/>
                </a:xfrm>
                <a:prstGeom prst="rect">
                  <a:avLst/>
                </a:prstGeom>
                <a:noFill/>
                <a:ln w="0">
                  <a:noFill/>
                </a:ln>
              </p:spPr>
              <p:style>
                <a:lnRef idx="0"/>
                <a:fillRef idx="0"/>
                <a:effectRef idx="0"/>
                <a:fontRef idx="minor"/>
              </p:style>
              <p:txBody>
                <a:bodyPr lIns="90000" tIns="46800" rIns="90000" bIns="46800" anchor="ctr">
                  <a:no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000" b="0" u="none" strike="noStrike">
                      <a:solidFill>
                        <a:srgbClr val="000000"/>
                      </a:solidFill>
                      <a:effectLst/>
                      <a:uFillTx/>
                      <a:latin typeface="Arial"/>
                      <a:ea typeface="宋体"/>
                    </a:rPr>
                    <a:t># of students with disabilities suspended</a:t>
                  </a:r>
                  <a:endParaRPr lang="en-US" sz="1000" b="0" u="none" strike="noStrike">
                    <a:solidFill>
                      <a:srgbClr val="000000"/>
                    </a:solidFill>
                    <a:effectLst/>
                    <a:uFillTx/>
                    <a:latin typeface="Times New Roman"/>
                  </a:endParaRPr>
                </a:p>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000" b="0" i="1" u="none" strike="noStrike">
                      <a:solidFill>
                        <a:srgbClr val="000000"/>
                      </a:solidFill>
                      <a:effectLst/>
                      <a:uFillTx/>
                      <a:latin typeface="Arial"/>
                      <a:ea typeface="宋体"/>
                    </a:rPr>
                    <a:t>divided by</a:t>
                  </a:r>
                  <a:endParaRPr lang="en-US" sz="1000" b="0" u="none" strike="noStrike">
                    <a:solidFill>
                      <a:srgbClr val="000000"/>
                    </a:solidFill>
                    <a:effectLst/>
                    <a:uFillTx/>
                    <a:latin typeface="Times New Roman"/>
                  </a:endParaRPr>
                </a:p>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000" b="0" u="none" strike="noStrike">
                      <a:solidFill>
                        <a:srgbClr val="000000"/>
                      </a:solidFill>
                      <a:effectLst/>
                      <a:uFillTx/>
                      <a:latin typeface="Arial"/>
                      <a:ea typeface="宋体"/>
                    </a:rPr>
                    <a:t># of students with disabilities enrolled in school year</a:t>
                  </a:r>
                  <a:endParaRPr lang="en-US" sz="1000" b="0" u="none" strike="noStrike">
                    <a:solidFill>
                      <a:srgbClr val="000000"/>
                    </a:solidFill>
                    <a:effectLst/>
                    <a:uFillTx/>
                    <a:latin typeface="Times New Roman"/>
                  </a:endParaRPr>
                </a:p>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000" b="0" u="none" strike="noStrike">
                    <a:solidFill>
                      <a:srgbClr val="000000"/>
                    </a:solidFill>
                    <a:effectLst/>
                    <a:uFillTx/>
                    <a:latin typeface="Times New Roman"/>
                  </a:endParaRPr>
                </a:p>
              </p:txBody>
            </p:sp>
            <p:sp>
              <p:nvSpPr>
                <p:cNvPr id="189" name="Rectangle 12"/>
                <p:cNvSpPr/>
                <p:nvPr/>
              </p:nvSpPr>
              <p:spPr>
                <a:xfrm>
                  <a:off x="4601520" y="1981080"/>
                  <a:ext cx="2999880" cy="1066680"/>
                </a:xfrm>
                <a:prstGeom prst="rect">
                  <a:avLst/>
                </a:prstGeom>
                <a:noFill/>
                <a:ln w="0">
                  <a:solidFill>
                    <a:srgbClr val="A0A0A0"/>
                  </a:solidFill>
                </a:ln>
              </p:spPr>
              <p:style>
                <a:lnRef idx="0"/>
                <a:fillRef idx="0"/>
                <a:effectRef idx="0"/>
                <a:fontRef idx="minor"/>
              </p:style>
              <p:txBody>
                <a:bodyPr wrap="none" lIns="90000" tIns="46800" rIns="90000" bIns="46800" anchor="t">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imes New Roman"/>
                  </a:endParaRPr>
                </a:p>
              </p:txBody>
            </p:sp>
          </p:grpSp>
          <p:grpSp>
            <p:nvGrpSpPr>
              <p:cNvPr id="190" name="Group 15"/>
              <p:cNvGrpSpPr/>
              <p:nvPr/>
            </p:nvGrpSpPr>
            <p:grpSpPr>
              <a:xfrm>
                <a:off x="1541160" y="3047760"/>
                <a:ext cx="3060360" cy="914400"/>
                <a:chOff x="1541160" y="3047760"/>
                <a:chExt cx="3060360" cy="914400"/>
              </a:xfrm>
            </p:grpSpPr>
            <p:sp>
              <p:nvSpPr>
                <p:cNvPr id="191" name="Rectangle 6"/>
                <p:cNvSpPr/>
                <p:nvPr/>
              </p:nvSpPr>
              <p:spPr>
                <a:xfrm>
                  <a:off x="1609200" y="3047760"/>
                  <a:ext cx="2923560" cy="914400"/>
                </a:xfrm>
                <a:prstGeom prst="rect">
                  <a:avLst/>
                </a:prstGeom>
                <a:noFill/>
                <a:ln w="0">
                  <a:noFill/>
                </a:ln>
              </p:spPr>
              <p:style>
                <a:lnRef idx="0"/>
                <a:fillRef idx="0"/>
                <a:effectRef idx="0"/>
                <a:fontRef idx="minor"/>
              </p:style>
              <p:txBody>
                <a:bodyPr lIns="90000" tIns="46800" rIns="90000" bIns="46800" anchor="ctr">
                  <a:noAutofit/>
                </a:bodyPr>
                <a:p>
                  <a:pPr>
                    <a:lnSpc>
                      <a:spcPct val="100000"/>
                    </a:lnSpc>
                    <a:tabLst>
                      <a:tab pos="0" algn="l"/>
                      <a:tab pos="1371600" algn="ctr"/>
                      <a:tab pos="2286000" algn="l"/>
                      <a:tab pos="2743200" algn="l"/>
                      <a:tab pos="3657600" algn="l"/>
                      <a:tab pos="4572000" algn="l"/>
                      <a:tab pos="5486400" algn="l"/>
                      <a:tab pos="6400800" algn="l"/>
                      <a:tab pos="7315200" algn="l"/>
                      <a:tab pos="8229600" algn="l"/>
                      <a:tab pos="9144000" algn="l"/>
                      <a:tab pos="10058400" algn="l"/>
                    </a:tabLst>
                  </a:pPr>
                  <a:r>
                    <a:rPr lang="en-US" sz="1000" b="1" u="none" strike="noStrike">
                      <a:solidFill>
                        <a:srgbClr val="000000"/>
                      </a:solidFill>
                      <a:effectLst/>
                      <a:uFillTx/>
                      <a:latin typeface="Arial"/>
                      <a:ea typeface="宋体"/>
                    </a:rPr>
                    <a:t> </a:t>
                  </a:r>
                  <a:endParaRPr lang="en-US" sz="1000" b="0" u="none" strike="noStrike">
                    <a:solidFill>
                      <a:srgbClr val="000000"/>
                    </a:solidFill>
                    <a:effectLst/>
                    <a:uFillTx/>
                    <a:latin typeface="Times New Roman"/>
                  </a:endParaRPr>
                </a:p>
                <a:p>
                  <a:pPr>
                    <a:lnSpc>
                      <a:spcPct val="100000"/>
                    </a:lnSpc>
                    <a:tabLst>
                      <a:tab pos="0" algn="l"/>
                      <a:tab pos="1371600" algn="ctr"/>
                      <a:tab pos="2286000" algn="l"/>
                      <a:tab pos="2743200" algn="l"/>
                      <a:tab pos="3657600" algn="l"/>
                      <a:tab pos="4572000" algn="l"/>
                      <a:tab pos="5486400" algn="l"/>
                      <a:tab pos="6400800" algn="l"/>
                      <a:tab pos="7315200" algn="l"/>
                      <a:tab pos="8229600" algn="l"/>
                      <a:tab pos="9144000" algn="l"/>
                      <a:tab pos="10058400" algn="l"/>
                    </a:tabLst>
                  </a:pPr>
                  <a:r>
                    <a:rPr lang="en-US" sz="1000" b="0" u="none" strike="noStrike">
                      <a:solidFill>
                        <a:srgbClr val="000000"/>
                      </a:solidFill>
                      <a:effectLst/>
                      <a:uFillTx/>
                      <a:latin typeface="Arial"/>
                      <a:ea typeface="宋体"/>
                    </a:rPr>
                    <a:t>	</a:t>
                  </a:r>
                  <a:r>
                    <a:rPr lang="en-US" sz="1000" b="0" u="none" strike="noStrike">
                      <a:solidFill>
                        <a:srgbClr val="000000"/>
                      </a:solidFill>
                      <a:effectLst/>
                      <a:uFillTx/>
                      <a:latin typeface="Arial"/>
                      <a:ea typeface="宋体"/>
                    </a:rPr>
                    <a:t>(b) rate of suspensions &gt; 10 days  for</a:t>
                  </a:r>
                  <a:r>
                    <a:rPr lang="en-US" sz="1000" b="0" u="none" strike="noStrike">
                      <a:solidFill>
                        <a:srgbClr val="000000"/>
                      </a:solidFill>
                      <a:effectLst/>
                      <a:uFillTx/>
                      <a:latin typeface="Arial"/>
                      <a:ea typeface="宋体"/>
                    </a:rPr>
                    <a:t>	</a:t>
                  </a:r>
                  <a:r>
                    <a:rPr lang="en-US" sz="1000" b="0" u="none" strike="noStrike">
                      <a:solidFill>
                        <a:srgbClr val="000000"/>
                      </a:solidFill>
                      <a:effectLst/>
                      <a:uFillTx/>
                      <a:latin typeface="Arial"/>
                      <a:ea typeface="宋体"/>
                    </a:rPr>
                    <a:t>=</a:t>
                  </a:r>
                  <a:br>
                    <a:rPr sz="1000"/>
                  </a:br>
                  <a:r>
                    <a:rPr lang="en-US" sz="1000" b="0" u="none" strike="noStrike">
                      <a:solidFill>
                        <a:srgbClr val="000000"/>
                      </a:solidFill>
                      <a:effectLst/>
                      <a:uFillTx/>
                      <a:latin typeface="Arial"/>
                      <a:ea typeface="宋体"/>
                    </a:rPr>
                    <a:t>	</a:t>
                  </a:r>
                  <a:r>
                    <a:rPr lang="en-US" sz="1000" b="0" u="none" strike="noStrike">
                      <a:solidFill>
                        <a:srgbClr val="000000"/>
                      </a:solidFill>
                      <a:effectLst/>
                      <a:uFillTx/>
                      <a:latin typeface="Arial"/>
                      <a:ea typeface="宋体"/>
                    </a:rPr>
                    <a:t>students without disabilities</a:t>
                  </a:r>
                  <a:endParaRPr lang="en-US" sz="1000" b="0" u="none" strike="noStrike">
                    <a:solidFill>
                      <a:srgbClr val="000000"/>
                    </a:solidFill>
                    <a:effectLst/>
                    <a:uFillTx/>
                    <a:latin typeface="Times New Roman"/>
                  </a:endParaRPr>
                </a:p>
                <a:p>
                  <a:pPr>
                    <a:lnSpc>
                      <a:spcPct val="100000"/>
                    </a:lnSpc>
                    <a:tabLst>
                      <a:tab pos="0" algn="l"/>
                      <a:tab pos="1371600" algn="ctr"/>
                      <a:tab pos="2286000" algn="l"/>
                      <a:tab pos="2743200" algn="l"/>
                      <a:tab pos="3657600" algn="l"/>
                      <a:tab pos="4572000" algn="l"/>
                      <a:tab pos="5486400" algn="l"/>
                      <a:tab pos="6400800" algn="l"/>
                      <a:tab pos="7315200" algn="l"/>
                      <a:tab pos="8229600" algn="l"/>
                      <a:tab pos="9144000" algn="l"/>
                      <a:tab pos="10058400" algn="l"/>
                    </a:tabLst>
                  </a:pPr>
                  <a:endParaRPr lang="en-US" sz="1000" b="0" u="none" strike="noStrike">
                    <a:solidFill>
                      <a:srgbClr val="000000"/>
                    </a:solidFill>
                    <a:effectLst/>
                    <a:uFillTx/>
                    <a:latin typeface="Times New Roman"/>
                  </a:endParaRPr>
                </a:p>
              </p:txBody>
            </p:sp>
            <p:sp>
              <p:nvSpPr>
                <p:cNvPr id="192" name="Rectangle 14"/>
                <p:cNvSpPr/>
                <p:nvPr/>
              </p:nvSpPr>
              <p:spPr>
                <a:xfrm>
                  <a:off x="1541160" y="3047760"/>
                  <a:ext cx="3060360" cy="914400"/>
                </a:xfrm>
                <a:prstGeom prst="rect">
                  <a:avLst/>
                </a:prstGeom>
                <a:noFill/>
                <a:ln w="0">
                  <a:solidFill>
                    <a:srgbClr val="A0A0A0"/>
                  </a:solidFill>
                </a:ln>
              </p:spPr>
              <p:style>
                <a:lnRef idx="0"/>
                <a:fillRef idx="0"/>
                <a:effectRef idx="0"/>
                <a:fontRef idx="minor"/>
              </p:style>
              <p:txBody>
                <a:bodyPr wrap="none" lIns="90000" tIns="46800" rIns="90000" bIns="46800" anchor="t">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imes New Roman"/>
                  </a:endParaRPr>
                </a:p>
              </p:txBody>
            </p:sp>
          </p:grpSp>
          <p:grpSp>
            <p:nvGrpSpPr>
              <p:cNvPr id="193" name="Group 17"/>
              <p:cNvGrpSpPr/>
              <p:nvPr/>
            </p:nvGrpSpPr>
            <p:grpSpPr>
              <a:xfrm>
                <a:off x="4601520" y="3047760"/>
                <a:ext cx="2999880" cy="914400"/>
                <a:chOff x="4601520" y="3047760"/>
                <a:chExt cx="2999880" cy="914400"/>
              </a:xfrm>
            </p:grpSpPr>
            <p:sp>
              <p:nvSpPr>
                <p:cNvPr id="194" name="Rectangle 7"/>
                <p:cNvSpPr/>
                <p:nvPr/>
              </p:nvSpPr>
              <p:spPr>
                <a:xfrm>
                  <a:off x="4669560" y="3047760"/>
                  <a:ext cx="2863440" cy="914400"/>
                </a:xfrm>
                <a:prstGeom prst="rect">
                  <a:avLst/>
                </a:prstGeom>
                <a:noFill/>
                <a:ln w="0">
                  <a:noFill/>
                </a:ln>
              </p:spPr>
              <p:style>
                <a:lnRef idx="0"/>
                <a:fillRef idx="0"/>
                <a:effectRef idx="0"/>
                <a:fontRef idx="minor"/>
              </p:style>
              <p:txBody>
                <a:bodyPr lIns="90000" tIns="46800" rIns="90000" bIns="46800" anchor="ctr">
                  <a:no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000" b="0" u="none" strike="noStrike">
                      <a:solidFill>
                        <a:srgbClr val="000000"/>
                      </a:solidFill>
                      <a:effectLst/>
                      <a:uFillTx/>
                      <a:latin typeface="Arial"/>
                      <a:ea typeface="宋体"/>
                    </a:rPr>
                    <a:t># of students without disabilities suspended</a:t>
                  </a:r>
                  <a:endParaRPr lang="en-US" sz="1000" b="0" u="none" strike="noStrike">
                    <a:solidFill>
                      <a:srgbClr val="000000"/>
                    </a:solidFill>
                    <a:effectLst/>
                    <a:uFillTx/>
                    <a:latin typeface="Times New Roman"/>
                  </a:endParaRPr>
                </a:p>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000" b="0" i="1" u="none" strike="noStrike">
                      <a:solidFill>
                        <a:srgbClr val="000000"/>
                      </a:solidFill>
                      <a:effectLst/>
                      <a:uFillTx/>
                      <a:latin typeface="Arial"/>
                      <a:ea typeface="宋体"/>
                    </a:rPr>
                    <a:t>divided by</a:t>
                  </a:r>
                  <a:endParaRPr lang="en-US" sz="1000" b="0" u="none" strike="noStrike">
                    <a:solidFill>
                      <a:srgbClr val="000000"/>
                    </a:solidFill>
                    <a:effectLst/>
                    <a:uFillTx/>
                    <a:latin typeface="Times New Roman"/>
                  </a:endParaRPr>
                </a:p>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000" b="0" u="none" strike="noStrike">
                      <a:solidFill>
                        <a:srgbClr val="000000"/>
                      </a:solidFill>
                      <a:effectLst/>
                      <a:uFillTx/>
                      <a:latin typeface="Arial"/>
                      <a:ea typeface="宋体"/>
                    </a:rPr>
                    <a:t># of students without enrolled in school year</a:t>
                  </a:r>
                  <a:endParaRPr lang="en-US" sz="1000" b="0" u="none" strike="noStrike">
                    <a:solidFill>
                      <a:srgbClr val="000000"/>
                    </a:solidFill>
                    <a:effectLst/>
                    <a:uFillTx/>
                    <a:latin typeface="Times New Roman"/>
                  </a:endParaRPr>
                </a:p>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000" b="0" u="none" strike="noStrike">
                    <a:solidFill>
                      <a:srgbClr val="000000"/>
                    </a:solidFill>
                    <a:effectLst/>
                    <a:uFillTx/>
                    <a:latin typeface="Times New Roman"/>
                  </a:endParaRPr>
                </a:p>
              </p:txBody>
            </p:sp>
            <p:sp>
              <p:nvSpPr>
                <p:cNvPr id="195" name="Rectangle 16"/>
                <p:cNvSpPr/>
                <p:nvPr/>
              </p:nvSpPr>
              <p:spPr>
                <a:xfrm>
                  <a:off x="4601520" y="3047760"/>
                  <a:ext cx="2999880" cy="914400"/>
                </a:xfrm>
                <a:prstGeom prst="rect">
                  <a:avLst/>
                </a:prstGeom>
                <a:noFill/>
                <a:ln w="0">
                  <a:solidFill>
                    <a:srgbClr val="A0A0A0"/>
                  </a:solidFill>
                </a:ln>
              </p:spPr>
              <p:style>
                <a:lnRef idx="0"/>
                <a:fillRef idx="0"/>
                <a:effectRef idx="0"/>
                <a:fontRef idx="minor"/>
              </p:style>
              <p:txBody>
                <a:bodyPr wrap="none" lIns="90000" tIns="46800" rIns="90000" bIns="46800" anchor="t">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imes New Roman"/>
                  </a:endParaRPr>
                </a:p>
              </p:txBody>
            </p:sp>
          </p:grpSp>
          <p:grpSp>
            <p:nvGrpSpPr>
              <p:cNvPr id="196" name="Group 19"/>
              <p:cNvGrpSpPr/>
              <p:nvPr/>
            </p:nvGrpSpPr>
            <p:grpSpPr>
              <a:xfrm>
                <a:off x="1541160" y="3962160"/>
                <a:ext cx="3060360" cy="914400"/>
                <a:chOff x="1541160" y="3962160"/>
                <a:chExt cx="3060360" cy="914400"/>
              </a:xfrm>
            </p:grpSpPr>
            <p:sp>
              <p:nvSpPr>
                <p:cNvPr id="197" name="Rectangle 8"/>
                <p:cNvSpPr/>
                <p:nvPr/>
              </p:nvSpPr>
              <p:spPr>
                <a:xfrm>
                  <a:off x="1609200" y="3962160"/>
                  <a:ext cx="2923560" cy="914400"/>
                </a:xfrm>
                <a:prstGeom prst="rect">
                  <a:avLst/>
                </a:prstGeom>
                <a:noFill/>
                <a:ln w="0">
                  <a:noFill/>
                </a:ln>
              </p:spPr>
              <p:style>
                <a:lnRef idx="0"/>
                <a:fillRef idx="0"/>
                <a:effectRef idx="0"/>
                <a:fontRef idx="minor"/>
              </p:style>
              <p:txBody>
                <a:bodyPr lIns="90000" tIns="46800" rIns="90000" bIns="4680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000" b="1" u="none" strike="noStrike">
                      <a:solidFill>
                        <a:srgbClr val="000000"/>
                      </a:solidFill>
                      <a:effectLst/>
                      <a:uFillTx/>
                      <a:latin typeface="Arial"/>
                      <a:ea typeface="宋体"/>
                    </a:rPr>
                    <a:t> </a:t>
                  </a:r>
                  <a:endParaRPr lang="en-US" sz="1000" b="0" u="none" strike="noStrike">
                    <a:solidFill>
                      <a:srgbClr val="000000"/>
                    </a:solidFill>
                    <a:effectLst/>
                    <a:uFillTx/>
                    <a:latin typeface="Times New Roman"/>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000" b="0" u="none" strike="noStrike">
                      <a:solidFill>
                        <a:srgbClr val="000000"/>
                      </a:solidFill>
                      <a:effectLst/>
                      <a:uFillTx/>
                      <a:latin typeface="Arial"/>
                      <a:ea typeface="宋体"/>
                    </a:rPr>
                    <a:t>Difference in the rates of suspension   =</a:t>
                  </a:r>
                  <a:br>
                    <a:rPr sz="1000"/>
                  </a:br>
                  <a:r>
                    <a:rPr lang="en-US" sz="1000" b="0" u="none" strike="noStrike">
                      <a:solidFill>
                        <a:srgbClr val="000000"/>
                      </a:solidFill>
                      <a:effectLst/>
                      <a:uFillTx/>
                      <a:latin typeface="Arial"/>
                      <a:ea typeface="宋体"/>
                    </a:rPr>
                    <a:t>between (a) and (b)</a:t>
                  </a:r>
                  <a:endParaRPr lang="en-US" sz="1000" b="0" u="none" strike="noStrike">
                    <a:solidFill>
                      <a:srgbClr val="000000"/>
                    </a:solidFill>
                    <a:effectLst/>
                    <a:uFillTx/>
                    <a:latin typeface="Times New Roman"/>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000" b="0" u="none" strike="noStrike">
                    <a:solidFill>
                      <a:srgbClr val="000000"/>
                    </a:solidFill>
                    <a:effectLst/>
                    <a:uFillTx/>
                    <a:latin typeface="Times New Roman"/>
                  </a:endParaRPr>
                </a:p>
              </p:txBody>
            </p:sp>
            <p:sp>
              <p:nvSpPr>
                <p:cNvPr id="198" name="Rectangle 18"/>
                <p:cNvSpPr/>
                <p:nvPr/>
              </p:nvSpPr>
              <p:spPr>
                <a:xfrm>
                  <a:off x="1541160" y="3962160"/>
                  <a:ext cx="3060360" cy="914400"/>
                </a:xfrm>
                <a:prstGeom prst="rect">
                  <a:avLst/>
                </a:prstGeom>
                <a:noFill/>
                <a:ln w="0">
                  <a:solidFill>
                    <a:srgbClr val="A0A0A0"/>
                  </a:solidFill>
                </a:ln>
              </p:spPr>
              <p:style>
                <a:lnRef idx="0"/>
                <a:fillRef idx="0"/>
                <a:effectRef idx="0"/>
                <a:fontRef idx="minor"/>
              </p:style>
              <p:txBody>
                <a:bodyPr wrap="none" lIns="90000" tIns="46800" rIns="90000" bIns="46800" anchor="t">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imes New Roman"/>
                  </a:endParaRPr>
                </a:p>
              </p:txBody>
            </p:sp>
          </p:grpSp>
          <p:grpSp>
            <p:nvGrpSpPr>
              <p:cNvPr id="199" name="Group 21"/>
              <p:cNvGrpSpPr/>
              <p:nvPr/>
            </p:nvGrpSpPr>
            <p:grpSpPr>
              <a:xfrm>
                <a:off x="4601520" y="3962160"/>
                <a:ext cx="2999880" cy="914400"/>
                <a:chOff x="4601520" y="3962160"/>
                <a:chExt cx="2999880" cy="914400"/>
              </a:xfrm>
            </p:grpSpPr>
            <p:sp>
              <p:nvSpPr>
                <p:cNvPr id="200" name="Rectangle 9"/>
                <p:cNvSpPr/>
                <p:nvPr/>
              </p:nvSpPr>
              <p:spPr>
                <a:xfrm>
                  <a:off x="4669560" y="3962160"/>
                  <a:ext cx="2863440" cy="914400"/>
                </a:xfrm>
                <a:prstGeom prst="rect">
                  <a:avLst/>
                </a:prstGeom>
                <a:noFill/>
                <a:ln w="0">
                  <a:noFill/>
                </a:ln>
              </p:spPr>
              <p:style>
                <a:lnRef idx="0"/>
                <a:fillRef idx="0"/>
                <a:effectRef idx="0"/>
                <a:fontRef idx="minor"/>
              </p:style>
              <p:txBody>
                <a:bodyPr lIns="90000" tIns="46800" rIns="90000" bIns="46800" anchor="ctr">
                  <a:no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000" b="0" u="none" strike="noStrike">
                      <a:solidFill>
                        <a:srgbClr val="000000"/>
                      </a:solidFill>
                      <a:effectLst/>
                      <a:uFillTx/>
                      <a:latin typeface="Arial"/>
                      <a:ea typeface="宋体"/>
                    </a:rPr>
                    <a:t>(a) – (b)</a:t>
                  </a:r>
                  <a:endParaRPr lang="en-US" sz="1000" b="0" u="none" strike="noStrike">
                    <a:solidFill>
                      <a:srgbClr val="000000"/>
                    </a:solidFill>
                    <a:effectLst/>
                    <a:uFillTx/>
                    <a:latin typeface="Times New Roman"/>
                  </a:endParaRPr>
                </a:p>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000" b="0" u="none" strike="noStrike">
                    <a:solidFill>
                      <a:srgbClr val="000000"/>
                    </a:solidFill>
                    <a:effectLst/>
                    <a:uFillTx/>
                    <a:latin typeface="Times New Roman"/>
                  </a:endParaRPr>
                </a:p>
              </p:txBody>
            </p:sp>
            <p:sp>
              <p:nvSpPr>
                <p:cNvPr id="201" name="Rectangle 20"/>
                <p:cNvSpPr/>
                <p:nvPr/>
              </p:nvSpPr>
              <p:spPr>
                <a:xfrm>
                  <a:off x="4601520" y="3962160"/>
                  <a:ext cx="2999880" cy="914400"/>
                </a:xfrm>
                <a:prstGeom prst="rect">
                  <a:avLst/>
                </a:prstGeom>
                <a:noFill/>
                <a:ln w="0">
                  <a:solidFill>
                    <a:srgbClr val="A0A0A0"/>
                  </a:solidFill>
                </a:ln>
              </p:spPr>
              <p:style>
                <a:lnRef idx="0"/>
                <a:fillRef idx="0"/>
                <a:effectRef idx="0"/>
                <a:fontRef idx="minor"/>
              </p:style>
              <p:txBody>
                <a:bodyPr wrap="none" lIns="90000" tIns="46800" rIns="90000" bIns="46800" anchor="t">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imes New Roman"/>
                  </a:endParaRPr>
                </a:p>
              </p:txBody>
            </p:sp>
          </p:grpSp>
        </p:grpSp>
        <p:sp>
          <p:nvSpPr>
            <p:cNvPr id="202" name="Rectangle 23"/>
            <p:cNvSpPr/>
            <p:nvPr/>
          </p:nvSpPr>
          <p:spPr>
            <a:xfrm>
              <a:off x="1536840" y="1976400"/>
              <a:ext cx="6070320" cy="2905200"/>
            </a:xfrm>
            <a:prstGeom prst="rect">
              <a:avLst/>
            </a:prstGeom>
            <a:noFill/>
            <a:ln w="9360">
              <a:solidFill>
                <a:srgbClr val="A0A0A0"/>
              </a:solidFill>
              <a:miter/>
            </a:ln>
          </p:spPr>
          <p:style>
            <a:lnRef idx="0"/>
            <a:fillRef idx="0"/>
            <a:effectRef idx="0"/>
            <a:fontRef idx="minor"/>
          </p:style>
          <p:txBody>
            <a:bodyPr wrap="none" lIns="90000" tIns="46800" rIns="90000" bIns="46800" anchor="t">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imes New Roman"/>
              </a:endParaRPr>
            </a:p>
          </p:txBody>
        </p:sp>
      </p:grpSp>
    </p:spTree>
  </p:cSld>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3" name="PlaceHolder 1"/>
          <p:cNvSpPr>
            <a:spLocks noGrp="1"/>
          </p:cNvSpPr>
          <p:nvPr>
            <p:ph type="title"/>
          </p:nvPr>
        </p:nvSpPr>
        <p:spPr>
          <a:xfrm>
            <a:off x="685800" y="533160"/>
            <a:ext cx="7772400" cy="1143000"/>
          </a:xfrm>
          <a:prstGeom prst="rect">
            <a:avLst/>
          </a:prstGeom>
          <a:noFill/>
          <a:ln w="0">
            <a:noFill/>
          </a:ln>
        </p:spPr>
        <p:txBody>
          <a:bodyPr lIns="91440" tIns="45720" rIns="91440" bIns="45720" anchor="ctr">
            <a:noAutofit/>
          </a:bodyPr>
          <a:p>
            <a:pPr indent="0" algn="l">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4400" b="0" u="none" strike="noStrike">
                <a:solidFill>
                  <a:srgbClr val="FFFFFF"/>
                </a:solidFill>
                <a:effectLst/>
                <a:uFillTx/>
                <a:latin typeface="Times New Roman"/>
                <a:ea typeface="宋体"/>
              </a:rPr>
              <a:t>FFY 2004</a:t>
            </a:r>
            <a:r>
              <a:rPr lang="zh-CN" sz="4400" b="0" u="none" strike="noStrike">
                <a:solidFill>
                  <a:srgbClr val="FFFFFF"/>
                </a:solidFill>
                <a:effectLst/>
                <a:uFillTx/>
                <a:latin typeface="Times New Roman"/>
                <a:ea typeface="宋体"/>
              </a:rPr>
              <a:t>（</a:t>
            </a:r>
            <a:r>
              <a:rPr lang="en-US" sz="4400" b="0" u="none" strike="noStrike">
                <a:solidFill>
                  <a:srgbClr val="FFFFFF"/>
                </a:solidFill>
                <a:effectLst/>
                <a:uFillTx/>
                <a:latin typeface="Times New Roman"/>
                <a:ea typeface="宋体"/>
              </a:rPr>
              <a:t>2004-05</a:t>
            </a:r>
            <a:r>
              <a:rPr lang="zh-CN" sz="4400" b="0" u="none" strike="noStrike">
                <a:solidFill>
                  <a:srgbClr val="FFFFFF"/>
                </a:solidFill>
                <a:effectLst/>
                <a:uFillTx/>
                <a:latin typeface="Times New Roman"/>
                <a:ea typeface="宋体"/>
              </a:rPr>
              <a:t>）基线数据</a:t>
            </a:r>
            <a:endParaRPr lang="en-US" sz="4400" b="0" u="none" strike="noStrike">
              <a:solidFill>
                <a:srgbClr val="FFFFFF"/>
              </a:solidFill>
              <a:effectLst/>
              <a:uFillTx/>
              <a:latin typeface="Times New Roman"/>
            </a:endParaRPr>
          </a:p>
        </p:txBody>
      </p:sp>
      <p:sp>
        <p:nvSpPr>
          <p:cNvPr id="204" name="PlaceHolder 2"/>
          <p:cNvSpPr>
            <a:spLocks noGrp="1"/>
          </p:cNvSpPr>
          <p:nvPr>
            <p:ph/>
          </p:nvPr>
        </p:nvSpPr>
        <p:spPr>
          <a:xfrm>
            <a:off x="685800" y="2057400"/>
            <a:ext cx="7772400" cy="4114800"/>
          </a:xfrm>
          <a:prstGeom prst="rect">
            <a:avLst/>
          </a:prstGeom>
          <a:noFill/>
          <a:ln w="0">
            <a:noFill/>
          </a:ln>
        </p:spPr>
        <p:txBody>
          <a:bodyPr lIns="91440" tIns="45720" rIns="91440" bIns="45720" anchor="t">
            <a:normAutofit/>
          </a:bodyPr>
          <a:p>
            <a:pPr marL="343080" indent="-343080" algn="l">
              <a:spcBef>
                <a:spcPts val="901"/>
              </a:spcBef>
              <a:buClr>
                <a:srgbClr val="00EEE8"/>
              </a:buClr>
              <a:buSzPct val="7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zh-CN" sz="3600" b="1" u="none" strike="noStrike">
                <a:solidFill>
                  <a:srgbClr val="000000"/>
                </a:solidFill>
                <a:effectLst/>
                <a:uFillTx/>
                <a:latin typeface="Times New Roman"/>
                <a:ea typeface="宋体"/>
              </a:rPr>
              <a:t>有 </a:t>
            </a:r>
            <a:r>
              <a:rPr lang="en-US" sz="3600" b="1" u="none" strike="noStrike">
                <a:solidFill>
                  <a:srgbClr val="000000"/>
                </a:solidFill>
                <a:effectLst/>
                <a:uFillTx/>
                <a:latin typeface="Times New Roman"/>
                <a:ea typeface="宋体"/>
              </a:rPr>
              <a:t>5 </a:t>
            </a:r>
            <a:r>
              <a:rPr lang="zh-CN" sz="3600" b="1" u="none" strike="noStrike">
                <a:solidFill>
                  <a:srgbClr val="000000"/>
                </a:solidFill>
                <a:effectLst/>
                <a:uFillTx/>
                <a:latin typeface="Times New Roman"/>
                <a:ea typeface="宋体"/>
              </a:rPr>
              <a:t>个学区（占爱荷华州学区的 </a:t>
            </a:r>
            <a:r>
              <a:rPr lang="en-US" sz="3600" b="1" u="none" strike="noStrike">
                <a:solidFill>
                  <a:srgbClr val="000000"/>
                </a:solidFill>
                <a:effectLst/>
                <a:uFillTx/>
                <a:latin typeface="Times New Roman"/>
                <a:ea typeface="宋体"/>
              </a:rPr>
              <a:t>1.36%</a:t>
            </a:r>
            <a:r>
              <a:rPr lang="zh-CN" sz="3600" b="1" u="none" strike="noStrike">
                <a:solidFill>
                  <a:srgbClr val="000000"/>
                </a:solidFill>
                <a:effectLst/>
                <a:uFillTx/>
                <a:latin typeface="Times New Roman"/>
                <a:ea typeface="宋体"/>
              </a:rPr>
              <a:t>）被认定在一个学年内，对残疾儿童停课和开除超过 </a:t>
            </a:r>
            <a:r>
              <a:rPr lang="en-US" sz="3600" b="1" u="none" strike="noStrike">
                <a:solidFill>
                  <a:srgbClr val="000000"/>
                </a:solidFill>
                <a:effectLst/>
                <a:uFillTx/>
                <a:latin typeface="Times New Roman"/>
                <a:ea typeface="宋体"/>
              </a:rPr>
              <a:t>10 </a:t>
            </a:r>
            <a:r>
              <a:rPr lang="zh-CN" sz="3600" b="1" u="none" strike="noStrike">
                <a:solidFill>
                  <a:srgbClr val="000000"/>
                </a:solidFill>
                <a:effectLst/>
                <a:uFillTx/>
                <a:latin typeface="Times New Roman"/>
                <a:ea typeface="宋体"/>
              </a:rPr>
              <a:t>天的比率存在显著差异，该比率比州平均值 </a:t>
            </a:r>
            <a:r>
              <a:rPr lang="en-US" sz="3600" b="1" u="none" strike="noStrike">
                <a:solidFill>
                  <a:srgbClr val="000000"/>
                </a:solidFill>
                <a:effectLst/>
                <a:uFillTx/>
                <a:latin typeface="Times New Roman"/>
                <a:ea typeface="宋体"/>
              </a:rPr>
              <a:t>0.56% </a:t>
            </a:r>
            <a:r>
              <a:rPr lang="zh-CN" sz="3600" b="1" u="none" strike="noStrike">
                <a:solidFill>
                  <a:srgbClr val="000000"/>
                </a:solidFill>
                <a:effectLst/>
                <a:uFillTx/>
                <a:latin typeface="Times New Roman"/>
                <a:ea typeface="宋体"/>
              </a:rPr>
              <a:t>高出 </a:t>
            </a:r>
            <a:r>
              <a:rPr lang="en-US" sz="3600" b="1" u="none" strike="noStrike">
                <a:solidFill>
                  <a:srgbClr val="000000"/>
                </a:solidFill>
                <a:effectLst/>
                <a:uFillTx/>
                <a:latin typeface="Times New Roman"/>
                <a:ea typeface="宋体"/>
              </a:rPr>
              <a:t>2 </a:t>
            </a:r>
            <a:r>
              <a:rPr lang="zh-CN" sz="3600" b="1" u="none" strike="noStrike">
                <a:solidFill>
                  <a:srgbClr val="000000"/>
                </a:solidFill>
                <a:effectLst/>
                <a:uFillTx/>
                <a:latin typeface="Times New Roman"/>
                <a:ea typeface="宋体"/>
              </a:rPr>
              <a:t>个百分点。</a:t>
            </a:r>
            <a:endParaRPr lang="en-US" sz="3600" b="0" u="none" strike="noStrike">
              <a:solidFill>
                <a:srgbClr val="000000"/>
              </a:solidFill>
              <a:effectLst/>
              <a:uFillTx/>
              <a:latin typeface="Times New Roman"/>
            </a:endParaRPr>
          </a:p>
        </p:txBody>
      </p:sp>
    </p:spTree>
  </p:cSld>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5" name="PlaceHolder 1"/>
          <p:cNvSpPr>
            <a:spLocks noGrp="1"/>
          </p:cNvSpPr>
          <p:nvPr>
            <p:ph type="title"/>
          </p:nvPr>
        </p:nvSpPr>
        <p:spPr>
          <a:xfrm>
            <a:off x="685800" y="533160"/>
            <a:ext cx="7772400" cy="1143000"/>
          </a:xfrm>
          <a:prstGeom prst="rect">
            <a:avLst/>
          </a:prstGeom>
          <a:noFill/>
          <a:ln w="0">
            <a:noFill/>
          </a:ln>
        </p:spPr>
        <p:txBody>
          <a:bodyPr lIns="91440" tIns="45720" rIns="91440" bIns="45720" anchor="ctr">
            <a:noAutofit/>
          </a:bodyPr>
          <a:p>
            <a:pPr indent="0" algn="l">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4400" b="0" u="none" strike="noStrike">
                <a:solidFill>
                  <a:srgbClr val="FFFFFF"/>
                </a:solidFill>
                <a:effectLst/>
                <a:uFillTx/>
                <a:latin typeface="Times New Roman"/>
                <a:ea typeface="宋体"/>
              </a:rPr>
              <a:t>可衡量且严格的目标</a:t>
            </a:r>
            <a:endParaRPr lang="en-US" sz="4400" b="0" u="none" strike="noStrike">
              <a:solidFill>
                <a:srgbClr val="FFFFFF"/>
              </a:solidFill>
              <a:effectLst/>
              <a:uFillTx/>
              <a:latin typeface="Times New Roman"/>
            </a:endParaRPr>
          </a:p>
        </p:txBody>
      </p:sp>
      <p:sp>
        <p:nvSpPr>
          <p:cNvPr id="206" name="PlaceHolder 2"/>
          <p:cNvSpPr>
            <a:spLocks noGrp="1"/>
          </p:cNvSpPr>
          <p:nvPr>
            <p:ph/>
          </p:nvPr>
        </p:nvSpPr>
        <p:spPr>
          <a:xfrm>
            <a:off x="685800" y="2057400"/>
            <a:ext cx="7772400" cy="4114800"/>
          </a:xfrm>
          <a:prstGeom prst="rect">
            <a:avLst/>
          </a:prstGeom>
          <a:noFill/>
          <a:ln w="0">
            <a:noFill/>
          </a:ln>
        </p:spPr>
        <p:txBody>
          <a:bodyPr lIns="91440" tIns="45720" rIns="91440" bIns="45720" anchor="t">
            <a:normAutofit/>
          </a:bodyPr>
          <a:p>
            <a:pPr marL="343080" indent="-343080" algn="l">
              <a:spcBef>
                <a:spcPts val="799"/>
              </a:spcBef>
              <a:buClr>
                <a:srgbClr val="00EEE8"/>
              </a:buClr>
              <a:buSzPct val="7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3200" b="0" u="none" strike="noStrike">
                <a:solidFill>
                  <a:srgbClr val="000000"/>
                </a:solidFill>
                <a:effectLst/>
                <a:uFillTx/>
                <a:latin typeface="Times New Roman"/>
                <a:ea typeface="宋体"/>
              </a:rPr>
              <a:t>2005-06 </a:t>
            </a:r>
            <a:r>
              <a:rPr lang="zh-CN" sz="3200" b="0" u="none" strike="noStrike">
                <a:solidFill>
                  <a:srgbClr val="000000"/>
                </a:solidFill>
                <a:effectLst/>
                <a:uFillTx/>
                <a:latin typeface="Times New Roman"/>
                <a:ea typeface="宋体"/>
              </a:rPr>
              <a:t>学年</a:t>
            </a:r>
            <a:endParaRPr lang="en-US" sz="3200" b="0" u="none" strike="noStrike">
              <a:solidFill>
                <a:srgbClr val="000000"/>
              </a:solidFill>
              <a:effectLst/>
              <a:uFillTx/>
              <a:latin typeface="Times New Roman"/>
            </a:endParaRPr>
          </a:p>
          <a:p>
            <a:pPr marL="343080" indent="-343080" algn="l">
              <a:spcBef>
                <a:spcPts val="799"/>
              </a:spcBef>
              <a:buClr>
                <a:srgbClr val="00EEE8"/>
              </a:buClr>
              <a:buSzPct val="7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3200" b="0" u="none" strike="noStrike">
                <a:solidFill>
                  <a:srgbClr val="000000"/>
                </a:solidFill>
                <a:effectLst/>
                <a:uFillTx/>
                <a:latin typeface="Times New Roman"/>
                <a:ea typeface="宋体"/>
              </a:rPr>
              <a:t>A. </a:t>
            </a:r>
            <a:r>
              <a:rPr lang="zh-CN" sz="3200" b="0" u="none" strike="noStrike">
                <a:solidFill>
                  <a:srgbClr val="000000"/>
                </a:solidFill>
                <a:effectLst/>
                <a:uFillTx/>
                <a:latin typeface="Times New Roman"/>
                <a:ea typeface="宋体"/>
              </a:rPr>
              <a:t>被认定为在一个学年内，对残疾儿童停课和开除超过 </a:t>
            </a:r>
            <a:r>
              <a:rPr lang="en-US" sz="3200" b="0" u="none" strike="noStrike">
                <a:solidFill>
                  <a:srgbClr val="000000"/>
                </a:solidFill>
                <a:effectLst/>
                <a:uFillTx/>
                <a:latin typeface="Times New Roman"/>
                <a:ea typeface="宋体"/>
              </a:rPr>
              <a:t>10 </a:t>
            </a:r>
            <a:r>
              <a:rPr lang="zh-CN" sz="3200" b="0" u="none" strike="noStrike">
                <a:solidFill>
                  <a:srgbClr val="000000"/>
                </a:solidFill>
                <a:effectLst/>
                <a:uFillTx/>
                <a:latin typeface="Times New Roman"/>
                <a:ea typeface="宋体"/>
              </a:rPr>
              <a:t>天的比率比州平均值高 </a:t>
            </a:r>
            <a:r>
              <a:rPr lang="en-US" sz="3200" b="0" u="none" strike="noStrike">
                <a:solidFill>
                  <a:srgbClr val="000000"/>
                </a:solidFill>
                <a:effectLst/>
                <a:uFillTx/>
                <a:latin typeface="Times New Roman"/>
                <a:ea typeface="宋体"/>
              </a:rPr>
              <a:t>2 </a:t>
            </a:r>
            <a:r>
              <a:rPr lang="zh-CN" sz="3200" b="0" u="none" strike="noStrike">
                <a:solidFill>
                  <a:srgbClr val="000000"/>
                </a:solidFill>
                <a:effectLst/>
                <a:uFillTx/>
                <a:latin typeface="Times New Roman"/>
                <a:ea typeface="宋体"/>
              </a:rPr>
              <a:t>个百分点、存在显著差异的学区比例不超过 </a:t>
            </a:r>
            <a:r>
              <a:rPr lang="en-US" sz="3200" b="0" u="none" strike="noStrike">
                <a:solidFill>
                  <a:srgbClr val="000000"/>
                </a:solidFill>
                <a:effectLst/>
                <a:uFillTx/>
                <a:latin typeface="Times New Roman"/>
                <a:ea typeface="宋体"/>
              </a:rPr>
              <a:t>1.5%</a:t>
            </a:r>
            <a:r>
              <a:rPr lang="zh-CN" sz="3200" b="0" u="none" strike="noStrike">
                <a:solidFill>
                  <a:srgbClr val="000000"/>
                </a:solidFill>
                <a:effectLst/>
                <a:uFillTx/>
                <a:latin typeface="Times New Roman"/>
                <a:ea typeface="宋体"/>
              </a:rPr>
              <a:t>。</a:t>
            </a:r>
            <a:endParaRPr lang="en-US" sz="3200" b="0" u="none" strike="noStrike">
              <a:solidFill>
                <a:srgbClr val="000000"/>
              </a:solidFill>
              <a:effectLst/>
              <a:uFillTx/>
              <a:latin typeface="Times New Roman"/>
            </a:endParaRPr>
          </a:p>
          <a:p>
            <a:pPr marL="343080" indent="-343080" algn="l">
              <a:spcBef>
                <a:spcPts val="799"/>
              </a:spcBef>
              <a:buClr>
                <a:srgbClr val="00EEE8"/>
              </a:buClr>
              <a:buSzPct val="7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3200" b="0" u="none" strike="noStrike">
                <a:solidFill>
                  <a:srgbClr val="000000"/>
                </a:solidFill>
                <a:effectLst/>
                <a:uFillTx/>
                <a:latin typeface="Times New Roman"/>
                <a:ea typeface="宋体"/>
              </a:rPr>
              <a:t>B. </a:t>
            </a:r>
            <a:r>
              <a:rPr lang="zh-CN" sz="3200" b="0" u="none" strike="noStrike">
                <a:solidFill>
                  <a:srgbClr val="000000"/>
                </a:solidFill>
                <a:effectLst/>
                <a:uFillTx/>
                <a:latin typeface="Times New Roman"/>
                <a:ea typeface="宋体"/>
              </a:rPr>
              <a:t>将在 </a:t>
            </a:r>
            <a:r>
              <a:rPr lang="en-US" sz="3200" b="0" u="none" strike="noStrike">
                <a:solidFill>
                  <a:srgbClr val="000000"/>
                </a:solidFill>
                <a:effectLst/>
                <a:uFillTx/>
                <a:latin typeface="Times New Roman"/>
                <a:ea typeface="宋体"/>
              </a:rPr>
              <a:t>2007 </a:t>
            </a:r>
            <a:r>
              <a:rPr lang="zh-CN" sz="3200" b="0" u="none" strike="noStrike">
                <a:solidFill>
                  <a:srgbClr val="000000"/>
                </a:solidFill>
                <a:effectLst/>
                <a:uFillTx/>
                <a:latin typeface="Times New Roman"/>
                <a:ea typeface="宋体"/>
              </a:rPr>
              <a:t>年 </a:t>
            </a:r>
            <a:r>
              <a:rPr lang="en-US" sz="3200" b="0" u="none" strike="noStrike">
                <a:solidFill>
                  <a:srgbClr val="000000"/>
                </a:solidFill>
                <a:effectLst/>
                <a:uFillTx/>
                <a:latin typeface="Times New Roman"/>
                <a:ea typeface="宋体"/>
              </a:rPr>
              <a:t>2 </a:t>
            </a:r>
            <a:r>
              <a:rPr lang="zh-CN" sz="3200" b="0" u="none" strike="noStrike">
                <a:solidFill>
                  <a:srgbClr val="000000"/>
                </a:solidFill>
                <a:effectLst/>
                <a:uFillTx/>
                <a:latin typeface="Times New Roman"/>
                <a:ea typeface="宋体"/>
              </a:rPr>
              <a:t>月 </a:t>
            </a:r>
            <a:r>
              <a:rPr lang="en-US" sz="3200" b="0" u="none" strike="noStrike">
                <a:solidFill>
                  <a:srgbClr val="000000"/>
                </a:solidFill>
                <a:effectLst/>
                <a:uFillTx/>
                <a:latin typeface="Times New Roman"/>
                <a:ea typeface="宋体"/>
              </a:rPr>
              <a:t>APR </a:t>
            </a:r>
            <a:r>
              <a:rPr lang="zh-CN" sz="3200" b="0" u="none" strike="noStrike">
                <a:solidFill>
                  <a:srgbClr val="000000"/>
                </a:solidFill>
                <a:effectLst/>
                <a:uFillTx/>
                <a:latin typeface="Times New Roman"/>
                <a:ea typeface="宋体"/>
              </a:rPr>
              <a:t>中提供</a:t>
            </a:r>
            <a:endParaRPr lang="en-US" sz="32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aphicFrame>
        <p:nvGraphicFramePr>
          <p:cNvPr id="207" name="Object 2"/>
          <p:cNvGraphicFramePr/>
          <p:nvPr/>
        </p:nvGraphicFramePr>
        <p:xfrm>
          <a:off x="533520" y="2039760"/>
          <a:ext cx="8610480" cy="3845160"/>
        </p:xfrm>
        <a:graphic>
          <a:graphicData uri="http://schemas.openxmlformats.org/presentationml/2006/ole">
            <p:oleObj progId="Excel.Sheet.12" r:id="rId1" spid="">
              <p:embed/>
              <p:pic>
                <p:nvPicPr>
                  <p:cNvPr id="208" name="Object 2"/>
                  <p:cNvPicPr/>
                  <p:nvPr/>
                </p:nvPicPr>
                <p:blipFill>
                  <a:blip r:embed="rId2"/>
                  <a:stretch/>
                </p:blipFill>
                <p:spPr>
                  <a:xfrm>
                    <a:off x="533520" y="2039760"/>
                    <a:ext cx="8610480" cy="3845160"/>
                  </a:xfrm>
                  <a:prstGeom prst="rect">
                    <a:avLst/>
                  </a:prstGeom>
                  <a:noFill/>
                  <a:ln w="0">
                    <a:noFill/>
                  </a:ln>
                </p:spPr>
              </p:pic>
            </p:oleObj>
          </a:graphicData>
        </a:graphic>
      </p:graphicFrame>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9" name="PlaceHolder 1"/>
          <p:cNvSpPr>
            <a:spLocks noGrp="1"/>
          </p:cNvSpPr>
          <p:nvPr>
            <p:ph type="title"/>
          </p:nvPr>
        </p:nvSpPr>
        <p:spPr>
          <a:xfrm>
            <a:off x="685800" y="533160"/>
            <a:ext cx="7772400" cy="1143000"/>
          </a:xfrm>
          <a:prstGeom prst="rect">
            <a:avLst/>
          </a:prstGeom>
          <a:noFill/>
          <a:ln w="0">
            <a:noFill/>
          </a:ln>
        </p:spPr>
        <p:txBody>
          <a:bodyPr lIns="91440" tIns="45720" rIns="91440" bIns="45720" anchor="ctr">
            <a:noAutofit/>
          </a:bodyPr>
          <a:p>
            <a:pPr indent="0" algn="l">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4400" b="0" u="none" strike="noStrike">
                <a:solidFill>
                  <a:srgbClr val="FFFFFF"/>
                </a:solidFill>
                <a:effectLst/>
                <a:uFillTx/>
                <a:latin typeface="Times New Roman"/>
                <a:ea typeface="宋体"/>
              </a:rPr>
              <a:t>改进活动和时间表</a:t>
            </a:r>
            <a:endParaRPr lang="en-US" sz="4400" b="0" u="none" strike="noStrike">
              <a:solidFill>
                <a:srgbClr val="FFFFFF"/>
              </a:solidFill>
              <a:effectLst/>
              <a:uFillTx/>
              <a:latin typeface="Times New Roman"/>
            </a:endParaRPr>
          </a:p>
        </p:txBody>
      </p:sp>
      <p:graphicFrame>
        <p:nvGraphicFramePr>
          <p:cNvPr id="210" name="Object 3"/>
          <p:cNvGraphicFramePr/>
          <p:nvPr/>
        </p:nvGraphicFramePr>
        <p:xfrm>
          <a:off x="457200" y="2209680"/>
          <a:ext cx="8458200" cy="3160800"/>
        </p:xfrm>
        <a:graphic>
          <a:graphicData uri="http://schemas.openxmlformats.org/presentationml/2006/ole">
            <p:oleObj progId="Excel.Sheet.12" r:id="rId1" spid="">
              <p:embed/>
              <p:pic>
                <p:nvPicPr>
                  <p:cNvPr id="211" name="Object 3"/>
                  <p:cNvPicPr/>
                  <p:nvPr/>
                </p:nvPicPr>
                <p:blipFill>
                  <a:blip r:embed="rId2"/>
                  <a:stretch/>
                </p:blipFill>
                <p:spPr>
                  <a:xfrm>
                    <a:off x="457200" y="2209680"/>
                    <a:ext cx="8458200" cy="3160800"/>
                  </a:xfrm>
                  <a:prstGeom prst="rect">
                    <a:avLst/>
                  </a:prstGeom>
                  <a:noFill/>
                  <a:ln w="0">
                    <a:noFill/>
                  </a:ln>
                </p:spPr>
              </p:pic>
            </p:oleObj>
          </a:graphicData>
        </a:graphic>
      </p:graphicFrame>
    </p:spTree>
  </p:cSld>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2" name="PlaceHolder 1"/>
          <p:cNvSpPr>
            <a:spLocks noGrp="1"/>
          </p:cNvSpPr>
          <p:nvPr>
            <p:ph type="title"/>
          </p:nvPr>
        </p:nvSpPr>
        <p:spPr>
          <a:xfrm>
            <a:off x="685800" y="533160"/>
            <a:ext cx="7772400" cy="1143000"/>
          </a:xfrm>
          <a:prstGeom prst="rect">
            <a:avLst/>
          </a:prstGeom>
          <a:noFill/>
          <a:ln w="0">
            <a:noFill/>
          </a:ln>
        </p:spPr>
        <p:txBody>
          <a:bodyPr lIns="91440" tIns="45720" rIns="91440" bIns="45720" anchor="ctr">
            <a:noAutofit/>
          </a:bodyPr>
          <a:p>
            <a:pPr indent="0" algn="l">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4400" b="0" u="none" strike="noStrike">
                <a:solidFill>
                  <a:srgbClr val="FFFFFF"/>
                </a:solidFill>
                <a:effectLst/>
                <a:uFillTx/>
                <a:latin typeface="Times New Roman"/>
                <a:ea typeface="宋体"/>
              </a:rPr>
              <a:t>资源</a:t>
            </a:r>
            <a:endParaRPr lang="en-US" sz="4400" b="0" u="none" strike="noStrike">
              <a:solidFill>
                <a:srgbClr val="FFFFFF"/>
              </a:solidFill>
              <a:effectLst/>
              <a:uFillTx/>
              <a:latin typeface="Times New Roman"/>
            </a:endParaRPr>
          </a:p>
        </p:txBody>
      </p:sp>
      <p:sp>
        <p:nvSpPr>
          <p:cNvPr id="213" name="PlaceHolder 2"/>
          <p:cNvSpPr>
            <a:spLocks noGrp="1"/>
          </p:cNvSpPr>
          <p:nvPr>
            <p:ph/>
          </p:nvPr>
        </p:nvSpPr>
        <p:spPr>
          <a:xfrm>
            <a:off x="685800" y="2057400"/>
            <a:ext cx="7772400" cy="4114800"/>
          </a:xfrm>
          <a:prstGeom prst="rect">
            <a:avLst/>
          </a:prstGeom>
          <a:noFill/>
          <a:ln w="0">
            <a:noFill/>
          </a:ln>
        </p:spPr>
        <p:txBody>
          <a:bodyPr lIns="91440" tIns="45720" rIns="91440" bIns="45720" anchor="t">
            <a:normAutofit/>
          </a:bodyPr>
          <a:p>
            <a:pPr marL="343080" indent="-343080" algn="l">
              <a:spcBef>
                <a:spcPts val="799"/>
              </a:spcBef>
              <a:buClr>
                <a:srgbClr val="00EEE8"/>
              </a:buClr>
              <a:buSzPct val="7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zh-CN" sz="3200" b="0" u="none" strike="noStrike">
                <a:solidFill>
                  <a:srgbClr val="000000"/>
                </a:solidFill>
                <a:effectLst/>
                <a:uFillTx/>
                <a:latin typeface="Times New Roman"/>
                <a:ea typeface="宋体"/>
              </a:rPr>
              <a:t>特殊教育咨询小组、</a:t>
            </a:r>
            <a:r>
              <a:rPr lang="en-US" sz="3200" b="0" u="none" strike="noStrike">
                <a:solidFill>
                  <a:srgbClr val="000000"/>
                </a:solidFill>
                <a:effectLst/>
                <a:uFillTx/>
                <a:latin typeface="Times New Roman"/>
                <a:ea typeface="宋体"/>
              </a:rPr>
              <a:t>SEA </a:t>
            </a:r>
            <a:r>
              <a:rPr lang="zh-CN" sz="3200" b="0" u="none" strike="noStrike">
                <a:solidFill>
                  <a:srgbClr val="000000"/>
                </a:solidFill>
                <a:effectLst/>
                <a:uFillTx/>
                <a:latin typeface="Times New Roman"/>
                <a:ea typeface="宋体"/>
              </a:rPr>
              <a:t>工作人员（特殊教育）、爱荷华大学儿童精神病学、爱荷华行为联盟和区域教育机构</a:t>
            </a:r>
            <a:endParaRPr lang="en-US" sz="3200" b="0" u="none" strike="noStrike">
              <a:solidFill>
                <a:srgbClr val="000000"/>
              </a:solidFill>
              <a:effectLst/>
              <a:uFillTx/>
              <a:latin typeface="Times New Roman"/>
            </a:endParaRPr>
          </a:p>
          <a:p>
            <a:pPr marL="343080" indent="-343080" algn="l">
              <a:spcBef>
                <a:spcPts val="799"/>
              </a:spcBef>
              <a:buClr>
                <a:srgbClr val="00EEE8"/>
              </a:buClr>
              <a:buSzPct val="7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3200" b="0" u="none" strike="noStrike">
                <a:solidFill>
                  <a:srgbClr val="000000"/>
                </a:solidFill>
                <a:effectLst/>
                <a:uFillTx/>
                <a:latin typeface="Times New Roman"/>
                <a:ea typeface="宋体"/>
              </a:rPr>
              <a:t>Part B </a:t>
            </a:r>
            <a:r>
              <a:rPr lang="zh-CN" sz="3200" b="0" u="none" strike="noStrike">
                <a:solidFill>
                  <a:srgbClr val="000000"/>
                </a:solidFill>
                <a:effectLst/>
                <a:uFillTx/>
                <a:latin typeface="Times New Roman"/>
                <a:ea typeface="宋体"/>
              </a:rPr>
              <a:t>资金</a:t>
            </a:r>
            <a:endParaRPr lang="en-US" sz="3200" b="0" u="none" strike="noStrike">
              <a:solidFill>
                <a:srgbClr val="000000"/>
              </a:solidFill>
              <a:effectLst/>
              <a:uFillTx/>
              <a:latin typeface="Times New Roman"/>
            </a:endParaRPr>
          </a:p>
          <a:p>
            <a:pPr marL="343080" indent="-343080" algn="l">
              <a:spcBef>
                <a:spcPts val="799"/>
              </a:spcBef>
              <a:buClr>
                <a:srgbClr val="00EEE8"/>
              </a:buClr>
              <a:buSzPct val="7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3200" b="0" u="none" strike="noStrike">
                <a:solidFill>
                  <a:srgbClr val="000000"/>
                </a:solidFill>
                <a:effectLst/>
                <a:uFillTx/>
                <a:latin typeface="Times New Roman"/>
                <a:ea typeface="宋体"/>
              </a:rPr>
              <a:t>ESEA </a:t>
            </a:r>
            <a:r>
              <a:rPr lang="zh-CN" sz="3200" b="0" u="none" strike="noStrike">
                <a:solidFill>
                  <a:srgbClr val="000000"/>
                </a:solidFill>
                <a:effectLst/>
                <a:uFillTx/>
                <a:latin typeface="Times New Roman"/>
                <a:ea typeface="宋体"/>
              </a:rPr>
              <a:t>资金</a:t>
            </a:r>
            <a:endParaRPr lang="en-US" sz="3200" b="0" u="none" strike="noStrike">
              <a:solidFill>
                <a:srgbClr val="000000"/>
              </a:solidFill>
              <a:effectLst/>
              <a:uFillTx/>
              <a:latin typeface="Times New Roman"/>
            </a:endParaRPr>
          </a:p>
          <a:p>
            <a:pPr marL="343080" indent="-343080" algn="l">
              <a:spcBef>
                <a:spcPts val="799"/>
              </a:spcBef>
              <a:buClr>
                <a:srgbClr val="00EEE8"/>
              </a:buClr>
              <a:buSzPct val="7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3200" b="0" u="none" strike="noStrike">
                <a:solidFill>
                  <a:srgbClr val="000000"/>
                </a:solidFill>
                <a:effectLst/>
                <a:uFillTx/>
                <a:latin typeface="Times New Roman"/>
                <a:ea typeface="宋体"/>
              </a:rPr>
              <a:t>SIG</a:t>
            </a:r>
            <a:endParaRPr lang="en-US" sz="3200" b="0" u="none" strike="noStrike">
              <a:solidFill>
                <a:srgbClr val="000000"/>
              </a:solidFill>
              <a:effectLst/>
              <a:uFillTx/>
              <a:latin typeface="Times New Roman"/>
            </a:endParaRPr>
          </a:p>
        </p:txBody>
      </p:sp>
    </p:spTree>
  </p:cSld>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4" name="PlaceHolder 1"/>
          <p:cNvSpPr>
            <a:spLocks noGrp="1"/>
          </p:cNvSpPr>
          <p:nvPr>
            <p:ph type="title"/>
          </p:nvPr>
        </p:nvSpPr>
        <p:spPr>
          <a:xfrm>
            <a:off x="685800" y="533160"/>
            <a:ext cx="7772400" cy="1143000"/>
          </a:xfrm>
          <a:prstGeom prst="rect">
            <a:avLst/>
          </a:prstGeom>
          <a:noFill/>
          <a:ln w="0">
            <a:noFill/>
          </a:ln>
        </p:spPr>
        <p:txBody>
          <a:bodyPr lIns="91440" tIns="45720" rIns="91440" bIns="45720" anchor="ctr">
            <a:noAutofit/>
          </a:bodyPr>
          <a:p>
            <a:pPr indent="0" algn="l">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4400" b="0" u="none" strike="noStrike">
                <a:solidFill>
                  <a:srgbClr val="FFFFFF"/>
                </a:solidFill>
                <a:effectLst/>
                <a:uFillTx/>
                <a:latin typeface="Times New Roman"/>
                <a:ea typeface="宋体"/>
              </a:rPr>
              <a:t>未来数据收集活动</a:t>
            </a:r>
            <a:endParaRPr lang="en-US" sz="4400" b="0" u="none" strike="noStrike">
              <a:solidFill>
                <a:srgbClr val="FFFFFF"/>
              </a:solidFill>
              <a:effectLst/>
              <a:uFillTx/>
              <a:latin typeface="Times New Roman"/>
            </a:endParaRPr>
          </a:p>
        </p:txBody>
      </p:sp>
      <p:sp>
        <p:nvSpPr>
          <p:cNvPr id="215" name="PlaceHolder 2"/>
          <p:cNvSpPr>
            <a:spLocks noGrp="1"/>
          </p:cNvSpPr>
          <p:nvPr>
            <p:ph/>
          </p:nvPr>
        </p:nvSpPr>
        <p:spPr>
          <a:xfrm>
            <a:off x="685800" y="2057400"/>
            <a:ext cx="7772400" cy="4114800"/>
          </a:xfrm>
          <a:prstGeom prst="rect">
            <a:avLst/>
          </a:prstGeom>
          <a:noFill/>
          <a:ln w="0">
            <a:noFill/>
          </a:ln>
        </p:spPr>
        <p:txBody>
          <a:bodyPr lIns="91440" tIns="45720" rIns="91440" bIns="45720" anchor="t">
            <a:normAutofit/>
          </a:bodyPr>
          <a:p>
            <a:pPr marL="343080" indent="-343080" algn="l">
              <a:spcBef>
                <a:spcPts val="799"/>
              </a:spcBef>
              <a:buClr>
                <a:srgbClr val="00EEE8"/>
              </a:buClr>
              <a:buSzPct val="7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zh-CN" sz="3200" b="0" u="none" strike="noStrike">
                <a:solidFill>
                  <a:srgbClr val="000000"/>
                </a:solidFill>
                <a:effectLst/>
                <a:uFillTx/>
                <a:latin typeface="Times New Roman"/>
                <a:ea typeface="宋体"/>
              </a:rPr>
              <a:t>联邦定义和要求的变化</a:t>
            </a:r>
            <a:endParaRPr lang="en-US" sz="3200" b="0" u="none" strike="noStrike">
              <a:solidFill>
                <a:srgbClr val="000000"/>
              </a:solidFill>
              <a:effectLst/>
              <a:uFillTx/>
              <a:latin typeface="Times New Roman"/>
            </a:endParaRPr>
          </a:p>
          <a:p>
            <a:pPr marL="343080" indent="-343080" algn="l">
              <a:spcBef>
                <a:spcPts val="799"/>
              </a:spcBef>
              <a:buClr>
                <a:srgbClr val="00EEE8"/>
              </a:buClr>
              <a:buSzPct val="7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zh-CN" sz="3200" b="0" u="none" strike="noStrike">
                <a:solidFill>
                  <a:srgbClr val="000000"/>
                </a:solidFill>
                <a:effectLst/>
                <a:uFillTx/>
                <a:latin typeface="Times New Roman"/>
                <a:ea typeface="宋体"/>
              </a:rPr>
              <a:t>校内停课</a:t>
            </a:r>
            <a:endParaRPr lang="en-US" sz="3200" b="0" u="none" strike="noStrike">
              <a:solidFill>
                <a:srgbClr val="000000"/>
              </a:solidFill>
              <a:effectLst/>
              <a:uFillTx/>
              <a:latin typeface="Times New Roman"/>
            </a:endParaRPr>
          </a:p>
          <a:p>
            <a:pPr marL="343080" indent="-343080" algn="l">
              <a:spcBef>
                <a:spcPts val="799"/>
              </a:spcBef>
              <a:buClr>
                <a:srgbClr val="00EEE8"/>
              </a:buClr>
              <a:buSzPct val="7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zh-CN" sz="3200" b="0" u="none" strike="noStrike">
                <a:solidFill>
                  <a:srgbClr val="000000"/>
                </a:solidFill>
                <a:effectLst/>
                <a:uFillTx/>
                <a:latin typeface="Times New Roman"/>
                <a:ea typeface="宋体"/>
              </a:rPr>
              <a:t>夏季 </a:t>
            </a:r>
            <a:r>
              <a:rPr lang="en-US" sz="3200" b="0" u="none" strike="noStrike">
                <a:solidFill>
                  <a:srgbClr val="000000"/>
                </a:solidFill>
                <a:effectLst/>
                <a:uFillTx/>
                <a:latin typeface="Times New Roman"/>
                <a:ea typeface="宋体"/>
              </a:rPr>
              <a:t>Project EASIER </a:t>
            </a:r>
            <a:r>
              <a:rPr lang="zh-CN" sz="3200" b="0" u="none" strike="noStrike">
                <a:solidFill>
                  <a:srgbClr val="000000"/>
                </a:solidFill>
                <a:effectLst/>
                <a:uFillTx/>
                <a:latin typeface="Times New Roman"/>
                <a:ea typeface="宋体"/>
              </a:rPr>
              <a:t>培训</a:t>
            </a:r>
            <a:endParaRPr lang="en-US" sz="3200" b="0" u="none" strike="noStrike">
              <a:solidFill>
                <a:srgbClr val="000000"/>
              </a:solidFill>
              <a:effectLst/>
              <a:uFillTx/>
              <a:latin typeface="Times New Roman"/>
            </a:endParaRPr>
          </a:p>
          <a:p>
            <a:pPr marL="343080" indent="-343080" algn="l">
              <a:spcBef>
                <a:spcPts val="799"/>
              </a:spcBef>
              <a:buClr>
                <a:srgbClr val="00EEE8"/>
              </a:buClr>
              <a:buSzPct val="7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zh-CN" sz="3200" b="0" u="none" strike="noStrike">
                <a:solidFill>
                  <a:srgbClr val="000000"/>
                </a:solidFill>
                <a:effectLst/>
                <a:uFillTx/>
                <a:latin typeface="Times New Roman"/>
                <a:ea typeface="宋体"/>
              </a:rPr>
              <a:t>时间表和合规</a:t>
            </a:r>
            <a:endParaRPr lang="en-US" sz="3200" b="0" u="none" strike="noStrike">
              <a:solidFill>
                <a:srgbClr val="000000"/>
              </a:solidFill>
              <a:effectLst/>
              <a:uFillTx/>
              <a:latin typeface="Times New Roman"/>
            </a:endParaRPr>
          </a:p>
        </p:txBody>
      </p:sp>
    </p:spTree>
  </p:cSld>
</p:sld>
</file>

<file path=ppt/theme/theme1.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318</TotalTime>
  <Application>LibreOffice/26.2.3.2$Windows_X86_64 LibreOffice_project/70e089b17412e4cb7773e41413306b17a2328c34</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2006-03-30T21:38:59Z</dcterms:created>
  <dc:creator>Janell Brandhorst</dc:creator>
  <dc:description/>
  <dc:language>zh-CN</dc:language>
  <cp:lastModifiedBy>Provence Jake</cp:lastModifiedBy>
  <dcterms:modified xsi:type="dcterms:W3CDTF">2026-05-10T13:35:12Z</dcterms:modified>
  <cp:revision>6</cp:revision>
  <dc:subject/>
  <dc:title>Suspensions and Expulsions</dc:title>
</cp:coreProperties>
</file>