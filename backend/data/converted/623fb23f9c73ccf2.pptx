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6858000"/>
  <p:notesSz cx="9294813" cy="7008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9295200" cy="7009200"/>
          </a:xfrm>
          <a:prstGeom prst="rect">
            <a:avLst/>
          </a:prstGeom>
          <a:solidFill>
            <a:srgbClr val="FFFFFF"/>
          </a:solidFill>
          <a:ln w="0">
            <a:noFill/>
          </a:ln>
        </p:spPr>
        <p:txBody>
          <a:bodyPr lIns="90000" tIns="45000" rIns="90000" bIns="45000" anchor="ctr" anchorCtr="1">
            <a:noAutofit/>
          </a:bodyPr>
          <a:p>
            <a:endParaRPr lang="en-US" sz="2400" b="0" u="none" strike="noStrike">
              <a:solidFill>
                <a:srgbClr val="FFFFFF"/>
              </a:solidFill>
              <a:effectLst/>
              <a:uFillTx/>
              <a:latin typeface="Times New Roman"/>
            </a:endParaRPr>
          </a:p>
        </p:txBody>
      </p:sp>
      <p:sp>
        <p:nvSpPr>
          <p:cNvPr id="8" name="PlaceHolder 1"/>
          <p:cNvSpPr>
            <a:spLocks noGrp="1"/>
          </p:cNvSpPr>
          <p:nvPr>
            <p:ph type="hdr"/>
          </p:nvPr>
        </p:nvSpPr>
        <p:spPr>
          <a:xfrm>
            <a:off x="-360" y="-360"/>
            <a:ext cx="4027320" cy="351000"/>
          </a:xfrm>
          <a:prstGeom prst="rect">
            <a:avLst/>
          </a:prstGeom>
          <a:noFill/>
          <a:ln w="0">
            <a:noFill/>
          </a:ln>
        </p:spPr>
        <p:txBody>
          <a:bodyPr lIns="93240" tIns="46440" rIns="93240" bIns="4644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FFFFFF"/>
              </a:solidFill>
              <a:effectLst/>
              <a:uFillTx/>
              <a:latin typeface="Times New Roman"/>
            </a:endParaRPr>
          </a:p>
        </p:txBody>
      </p:sp>
      <p:sp>
        <p:nvSpPr>
          <p:cNvPr id="9" name="PlaceHolder 2"/>
          <p:cNvSpPr>
            <a:spLocks noGrp="1"/>
          </p:cNvSpPr>
          <p:nvPr>
            <p:ph type="dt" idx="4"/>
          </p:nvPr>
        </p:nvSpPr>
        <p:spPr>
          <a:xfrm>
            <a:off x="5268600" y="-360"/>
            <a:ext cx="4027320" cy="351000"/>
          </a:xfrm>
          <a:prstGeom prst="rect">
            <a:avLst/>
          </a:prstGeom>
          <a:noFill/>
          <a:ln w="0">
            <a:noFill/>
          </a:ln>
        </p:spPr>
        <p:txBody>
          <a:bodyPr lIns="93240" tIns="46440" rIns="93240" bIns="4644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FFFFFF"/>
              </a:solidFill>
              <a:effectLst/>
              <a:uFillTx/>
              <a:latin typeface="Times New Roman"/>
            </a:endParaRPr>
          </a:p>
        </p:txBody>
      </p:sp>
      <p:sp>
        <p:nvSpPr>
          <p:cNvPr id="10" name="PlaceHolder 3"/>
          <p:cNvSpPr>
            <a:spLocks noGrp="1"/>
          </p:cNvSpPr>
          <p:nvPr>
            <p:ph type="sldImg"/>
          </p:nvPr>
        </p:nvSpPr>
        <p:spPr>
          <a:xfrm>
            <a:off x="2898360" y="526680"/>
            <a:ext cx="3505320" cy="2629080"/>
          </a:xfrm>
          <a:prstGeom prst="rect">
            <a:avLst/>
          </a:prstGeom>
          <a:noFill/>
          <a:ln w="9360">
            <a:solidFill>
              <a:srgbClr val="000000"/>
            </a:solidFill>
            <a:miter/>
          </a:ln>
        </p:spPr>
        <p:txBody>
          <a:bodyPr lIns="90000" tIns="46800" rIns="90000" bIns="4680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00"/>
                </a:solidFill>
                <a:effectLst/>
                <a:uFillTx/>
                <a:latin typeface="Times New Roman"/>
              </a:rPr>
              <a:t>单击以移动幻灯片</a:t>
            </a:r>
            <a:endParaRPr lang="en-US" sz="4400" b="0" u="none" strike="noStrike">
              <a:solidFill>
                <a:srgbClr val="FFFF00"/>
              </a:solidFill>
              <a:effectLst/>
              <a:uFillTx/>
              <a:latin typeface="Times New Roman"/>
            </a:endParaRPr>
          </a:p>
        </p:txBody>
      </p:sp>
      <p:sp>
        <p:nvSpPr>
          <p:cNvPr id="11" name="PlaceHolder 4"/>
          <p:cNvSpPr>
            <a:spLocks noGrp="1"/>
          </p:cNvSpPr>
          <p:nvPr>
            <p:ph type="body"/>
          </p:nvPr>
        </p:nvSpPr>
        <p:spPr>
          <a:xfrm>
            <a:off x="1239480" y="3331800"/>
            <a:ext cx="6816600" cy="315108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200" b="0" u="none" strike="noStrike">
                <a:solidFill>
                  <a:srgbClr val="000000"/>
                </a:solidFill>
                <a:effectLst/>
                <a:uFillTx/>
                <a:latin typeface="Times New Roman"/>
              </a:rPr>
              <a:t>点击编辑备注格式</a:t>
            </a:r>
            <a:endParaRPr lang="en-US" sz="1200" b="0" u="none" strike="noStrike">
              <a:solidFill>
                <a:srgbClr val="000000"/>
              </a:solidFill>
              <a:effectLst/>
              <a:uFillTx/>
              <a:latin typeface="Times New Roman"/>
            </a:endParaRPr>
          </a:p>
        </p:txBody>
      </p:sp>
      <p:sp>
        <p:nvSpPr>
          <p:cNvPr id="12" name="PlaceHolder 5"/>
          <p:cNvSpPr>
            <a:spLocks noGrp="1"/>
          </p:cNvSpPr>
          <p:nvPr>
            <p:ph type="ftr" idx="5"/>
          </p:nvPr>
        </p:nvSpPr>
        <p:spPr>
          <a:xfrm>
            <a:off x="-360" y="6659640"/>
            <a:ext cx="4027320" cy="350640"/>
          </a:xfrm>
          <a:prstGeom prst="rect">
            <a:avLst/>
          </a:prstGeom>
          <a:noFill/>
          <a:ln w="0">
            <a:noFill/>
          </a:ln>
        </p:spPr>
        <p:txBody>
          <a:bodyPr lIns="93240" tIns="46440" rIns="93240" bIns="46440" anchor="b">
            <a:noAutofit/>
          </a:bodyPr>
          <a:lstStyle>
            <a:lvl1pPr indent="0" algn="l">
              <a:buNone/>
              <a:tabLst>
                <a:tab pos="0" algn="l"/>
                <a:tab pos="932040" algn="l"/>
                <a:tab pos="1863720" algn="l"/>
                <a:tab pos="2795760" algn="l"/>
                <a:tab pos="3727440" algn="l"/>
                <a:tab pos="4659480" algn="l"/>
                <a:tab pos="5591160" algn="l"/>
                <a:tab pos="6523200" algn="l"/>
                <a:tab pos="7454880" algn="l"/>
                <a:tab pos="8386920" algn="l"/>
                <a:tab pos="9318600" algn="l"/>
                <a:tab pos="10250640" algn="l"/>
              </a:tabLst>
              <a:defRPr lang="en-US" sz="1200" b="0" u="none" strike="noStrike">
                <a:solidFill>
                  <a:srgbClr val="000000"/>
                </a:solidFill>
                <a:effectLst/>
                <a:uFillTx/>
                <a:latin typeface="Times New Roman"/>
                <a:ea typeface="宋体"/>
              </a:defRPr>
            </a:lvl1pPr>
          </a:lstStyle>
          <a:p>
            <a:pPr indent="0" algn="l">
              <a:buNone/>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000000"/>
                </a:solidFill>
                <a:effectLst/>
                <a:uFillTx/>
                <a:latin typeface="Times New Roman"/>
                <a:ea typeface="宋体"/>
              </a:rPr>
              <a:t>I. Intro</a:t>
            </a:r>
            <a:endParaRPr lang="en-US" sz="1200" b="0" u="none" strike="noStrike">
              <a:solidFill>
                <a:srgbClr val="000000"/>
              </a:solidFill>
              <a:effectLst/>
              <a:uFillTx/>
              <a:latin typeface="Times New Roman"/>
            </a:endParaRPr>
          </a:p>
        </p:txBody>
      </p:sp>
      <p:sp>
        <p:nvSpPr>
          <p:cNvPr id="13" name="PlaceHolder 6"/>
          <p:cNvSpPr>
            <a:spLocks noGrp="1"/>
          </p:cNvSpPr>
          <p:nvPr>
            <p:ph type="sldNum" idx="6"/>
          </p:nvPr>
        </p:nvSpPr>
        <p:spPr>
          <a:xfrm>
            <a:off x="5268600" y="6659640"/>
            <a:ext cx="4027320" cy="350640"/>
          </a:xfrm>
          <a:prstGeom prst="rect">
            <a:avLst/>
          </a:prstGeom>
          <a:noFill/>
          <a:ln w="0">
            <a:noFill/>
          </a:ln>
        </p:spPr>
        <p:txBody>
          <a:bodyPr lIns="93240" tIns="46440" rIns="93240" bIns="46440" anchor="b">
            <a:noAutofit/>
          </a:bodyPr>
          <a:lstStyle>
            <a:lvl1pPr indent="0" algn="r">
              <a:buNone/>
              <a:tabLst>
                <a:tab pos="0" algn="l"/>
                <a:tab pos="932040" algn="l"/>
                <a:tab pos="1863720" algn="l"/>
                <a:tab pos="2795760" algn="l"/>
                <a:tab pos="3727440" algn="l"/>
                <a:tab pos="4659480" algn="l"/>
                <a:tab pos="5591160" algn="l"/>
                <a:tab pos="6523200" algn="l"/>
                <a:tab pos="7454880" algn="l"/>
                <a:tab pos="8386920" algn="l"/>
                <a:tab pos="9318600" algn="l"/>
                <a:tab pos="10250640" algn="l"/>
              </a:tabLst>
              <a:defRPr lang="en-US" sz="1200" b="0" u="none" strike="noStrike">
                <a:solidFill>
                  <a:srgbClr val="000000"/>
                </a:solidFill>
                <a:effectLst/>
                <a:uFillTx/>
                <a:latin typeface="Times New Roman"/>
                <a:ea typeface="宋体"/>
              </a:defRPr>
            </a:lvl1pPr>
          </a:lstStyle>
          <a:p>
            <a:pPr indent="0" algn="r">
              <a:buNone/>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A4C3B7E9-83A6-4A1C-A533-AB3E44417EBD}"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Rectangle 6"/>
          <p:cNvSpPr/>
          <p:nvPr/>
        </p:nvSpPr>
        <p:spPr>
          <a:xfrm>
            <a:off x="0" y="6659640"/>
            <a:ext cx="4027320" cy="350640"/>
          </a:xfrm>
          <a:prstGeom prst="rect">
            <a:avLst/>
          </a:prstGeom>
          <a:noFill/>
          <a:ln w="0">
            <a:noFill/>
          </a:ln>
        </p:spPr>
        <p:style>
          <a:lnRef idx="0"/>
          <a:fillRef idx="0"/>
          <a:effectRef idx="0"/>
          <a:fontRef idx="minor"/>
        </p:style>
        <p:txBody>
          <a:bodyPr lIns="93240" tIns="46440" rIns="93240" bIns="46440" anchor="b">
            <a:noAutofit/>
          </a:bodyPr>
          <a:p>
            <a:pP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FFFFFF"/>
                </a:solidFill>
                <a:effectLst/>
                <a:uFillTx/>
                <a:latin typeface="Times New Roman"/>
                <a:ea typeface="宋体"/>
              </a:rPr>
              <a:t>I. Intro</a:t>
            </a:r>
            <a:endParaRPr lang="en-US" sz="1200" b="0" u="none" strike="noStrike">
              <a:solidFill>
                <a:srgbClr val="FFFFFF"/>
              </a:solidFill>
              <a:effectLst/>
              <a:uFillTx/>
              <a:latin typeface="Times New Roman"/>
            </a:endParaRPr>
          </a:p>
        </p:txBody>
      </p:sp>
      <p:sp>
        <p:nvSpPr>
          <p:cNvPr id="69" name="Rectangle 7"/>
          <p:cNvSpPr/>
          <p:nvPr/>
        </p:nvSpPr>
        <p:spPr>
          <a:xfrm>
            <a:off x="5268960" y="6659640"/>
            <a:ext cx="4027320" cy="350640"/>
          </a:xfrm>
          <a:prstGeom prst="rect">
            <a:avLst/>
          </a:prstGeom>
          <a:noFill/>
          <a:ln w="0">
            <a:noFill/>
          </a:ln>
        </p:spPr>
        <p:style>
          <a:lnRef idx="0"/>
          <a:fillRef idx="0"/>
          <a:effectRef idx="0"/>
          <a:fontRef idx="minor"/>
        </p:style>
        <p:txBody>
          <a:bodyPr lIns="93240" tIns="46440" rIns="93240" bIns="46440" anchor="b">
            <a:noAutofit/>
          </a:bodyPr>
          <a:p>
            <a:pPr algn="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ABB172D2-D382-4A52-ACCE-DFCC57AE3131}" type="slidenum">
              <a:rPr lang="en-US" sz="1200" b="0" u="none" strike="noStrike">
                <a:solidFill>
                  <a:srgbClr val="FFFFFF"/>
                </a:solidFill>
                <a:effectLst/>
                <a:uFillTx/>
                <a:latin typeface="Times New Roman"/>
                <a:ea typeface="宋体"/>
              </a:rPr>
              <a:t>&lt;编号&gt;</a:t>
            </a:fld>
            <a:endParaRPr lang="en-US" sz="1200" b="0" u="none" strike="noStrike">
              <a:solidFill>
                <a:srgbClr val="FFFFFF"/>
              </a:solidFill>
              <a:effectLst/>
              <a:uFillTx/>
              <a:latin typeface="Times New Roman"/>
            </a:endParaRPr>
          </a:p>
        </p:txBody>
      </p:sp>
      <p:sp>
        <p:nvSpPr>
          <p:cNvPr id="70" name="PlaceHolder 1"/>
          <p:cNvSpPr>
            <a:spLocks noGrp="1"/>
          </p:cNvSpPr>
          <p:nvPr>
            <p:ph type="sldImg"/>
          </p:nvPr>
        </p:nvSpPr>
        <p:spPr>
          <a:xfrm>
            <a:off x="2908440" y="544680"/>
            <a:ext cx="3531960" cy="2649240"/>
          </a:xfrm>
          <a:prstGeom prst="rect">
            <a:avLst/>
          </a:prstGeom>
          <a:ln w="0">
            <a:noFill/>
          </a:ln>
        </p:spPr>
      </p:sp>
      <p:sp>
        <p:nvSpPr>
          <p:cNvPr id="71" name="PlaceHolder 2"/>
          <p:cNvSpPr>
            <a:spLocks noGrp="1"/>
          </p:cNvSpPr>
          <p:nvPr>
            <p:ph type="body"/>
          </p:nvPr>
        </p:nvSpPr>
        <p:spPr>
          <a:xfrm>
            <a:off x="1255320" y="3351240"/>
            <a:ext cx="6831000" cy="3114720"/>
          </a:xfrm>
          <a:prstGeom prst="rect">
            <a:avLst/>
          </a:prstGeom>
          <a:noFill/>
          <a:ln w="0">
            <a:noFill/>
          </a:ln>
        </p:spPr>
        <p:txBody>
          <a:bodyPr lIns="99360" tIns="49680" rIns="99360" bIns="4968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ea typeface="宋体"/>
              </a:rPr>
              <a:t>Talking about model calibration is a rather bold endeavor. Everyone calibrates models, and people tend to be very attached to their way of doing things. Yet in most cases improvements can be made. I will be presenting a set of ideas that I think are good ideas, and perhaps some of them may be helpful to you. I hope also that I will have a chance to talk with you about your ideas, because I expect some of them would be helpful to me. So please don’t be shy about coming to talk with me after the talk.</a:t>
            </a: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Rectangle 6"/>
          <p:cNvSpPr/>
          <p:nvPr/>
        </p:nvSpPr>
        <p:spPr>
          <a:xfrm>
            <a:off x="0" y="6659640"/>
            <a:ext cx="4027320" cy="350640"/>
          </a:xfrm>
          <a:prstGeom prst="rect">
            <a:avLst/>
          </a:prstGeom>
          <a:noFill/>
          <a:ln w="0">
            <a:noFill/>
          </a:ln>
        </p:spPr>
        <p:style>
          <a:lnRef idx="0"/>
          <a:fillRef idx="0"/>
          <a:effectRef idx="0"/>
          <a:fontRef idx="minor"/>
        </p:style>
        <p:txBody>
          <a:bodyPr lIns="93240" tIns="46440" rIns="93240" bIns="46440" anchor="b">
            <a:noAutofit/>
          </a:bodyPr>
          <a:p>
            <a:pP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FFFFFF"/>
                </a:solidFill>
                <a:effectLst/>
                <a:uFillTx/>
                <a:latin typeface="Times New Roman"/>
                <a:ea typeface="宋体"/>
              </a:rPr>
              <a:t>I. Intro</a:t>
            </a:r>
            <a:endParaRPr lang="en-US" sz="1200" b="0" u="none" strike="noStrike">
              <a:solidFill>
                <a:srgbClr val="FFFFFF"/>
              </a:solidFill>
              <a:effectLst/>
              <a:uFillTx/>
              <a:latin typeface="Times New Roman"/>
            </a:endParaRPr>
          </a:p>
        </p:txBody>
      </p:sp>
      <p:sp>
        <p:nvSpPr>
          <p:cNvPr id="73" name="Rectangle 7"/>
          <p:cNvSpPr/>
          <p:nvPr/>
        </p:nvSpPr>
        <p:spPr>
          <a:xfrm>
            <a:off x="5268960" y="6659640"/>
            <a:ext cx="4027320" cy="350640"/>
          </a:xfrm>
          <a:prstGeom prst="rect">
            <a:avLst/>
          </a:prstGeom>
          <a:noFill/>
          <a:ln w="0">
            <a:noFill/>
          </a:ln>
        </p:spPr>
        <p:style>
          <a:lnRef idx="0"/>
          <a:fillRef idx="0"/>
          <a:effectRef idx="0"/>
          <a:fontRef idx="minor"/>
        </p:style>
        <p:txBody>
          <a:bodyPr lIns="93240" tIns="46440" rIns="93240" bIns="46440" anchor="b">
            <a:noAutofit/>
          </a:bodyPr>
          <a:p>
            <a:pPr algn="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122FE17B-3554-4A98-9581-B614DB4A301A}" type="slidenum">
              <a:rPr lang="en-US" sz="1200" b="0" u="none" strike="noStrike">
                <a:solidFill>
                  <a:srgbClr val="FFFFFF"/>
                </a:solidFill>
                <a:effectLst/>
                <a:uFillTx/>
                <a:latin typeface="Times New Roman"/>
                <a:ea typeface="宋体"/>
              </a:rPr>
              <a:t>&lt;编号&gt;</a:t>
            </a:fld>
            <a:endParaRPr lang="en-US" sz="1200" b="0" u="none" strike="noStrike">
              <a:solidFill>
                <a:srgbClr val="FFFFFF"/>
              </a:solidFill>
              <a:effectLst/>
              <a:uFillTx/>
              <a:latin typeface="Times New Roman"/>
            </a:endParaRPr>
          </a:p>
        </p:txBody>
      </p:sp>
      <p:sp>
        <p:nvSpPr>
          <p:cNvPr id="74" name="PlaceHolder 1"/>
          <p:cNvSpPr>
            <a:spLocks noGrp="1"/>
          </p:cNvSpPr>
          <p:nvPr>
            <p:ph type="sldImg"/>
          </p:nvPr>
        </p:nvSpPr>
        <p:spPr>
          <a:xfrm>
            <a:off x="2900520" y="527040"/>
            <a:ext cx="3504960" cy="2629080"/>
          </a:xfrm>
          <a:prstGeom prst="rect">
            <a:avLst/>
          </a:prstGeom>
          <a:ln w="0">
            <a:noFill/>
          </a:ln>
        </p:spPr>
      </p:sp>
      <p:sp>
        <p:nvSpPr>
          <p:cNvPr id="75" name="PlaceHolder 2"/>
          <p:cNvSpPr>
            <a:spLocks noGrp="1"/>
          </p:cNvSpPr>
          <p:nvPr>
            <p:ph type="body"/>
          </p:nvPr>
        </p:nvSpPr>
        <p:spPr>
          <a:xfrm>
            <a:off x="1239480" y="3331800"/>
            <a:ext cx="6816600" cy="315108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Rectangle 6"/>
          <p:cNvSpPr/>
          <p:nvPr/>
        </p:nvSpPr>
        <p:spPr>
          <a:xfrm>
            <a:off x="0" y="6659640"/>
            <a:ext cx="4027320" cy="350640"/>
          </a:xfrm>
          <a:prstGeom prst="rect">
            <a:avLst/>
          </a:prstGeom>
          <a:noFill/>
          <a:ln w="0">
            <a:noFill/>
          </a:ln>
        </p:spPr>
        <p:style>
          <a:lnRef idx="0"/>
          <a:fillRef idx="0"/>
          <a:effectRef idx="0"/>
          <a:fontRef idx="minor"/>
        </p:style>
        <p:txBody>
          <a:bodyPr lIns="93240" tIns="46440" rIns="93240" bIns="46440" anchor="b">
            <a:noAutofit/>
          </a:bodyPr>
          <a:p>
            <a:pP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FFFFFF"/>
                </a:solidFill>
                <a:effectLst/>
                <a:uFillTx/>
                <a:latin typeface="Times New Roman"/>
                <a:ea typeface="宋体"/>
              </a:rPr>
              <a:t>I. Intro</a:t>
            </a:r>
            <a:endParaRPr lang="en-US" sz="1200" b="0" u="none" strike="noStrike">
              <a:solidFill>
                <a:srgbClr val="FFFFFF"/>
              </a:solidFill>
              <a:effectLst/>
              <a:uFillTx/>
              <a:latin typeface="Times New Roman"/>
            </a:endParaRPr>
          </a:p>
        </p:txBody>
      </p:sp>
      <p:sp>
        <p:nvSpPr>
          <p:cNvPr id="77" name="Rectangle 7"/>
          <p:cNvSpPr/>
          <p:nvPr/>
        </p:nvSpPr>
        <p:spPr>
          <a:xfrm>
            <a:off x="5268960" y="6659640"/>
            <a:ext cx="4027320" cy="350640"/>
          </a:xfrm>
          <a:prstGeom prst="rect">
            <a:avLst/>
          </a:prstGeom>
          <a:noFill/>
          <a:ln w="0">
            <a:noFill/>
          </a:ln>
        </p:spPr>
        <p:style>
          <a:lnRef idx="0"/>
          <a:fillRef idx="0"/>
          <a:effectRef idx="0"/>
          <a:fontRef idx="minor"/>
        </p:style>
        <p:txBody>
          <a:bodyPr lIns="93240" tIns="46440" rIns="93240" bIns="46440" anchor="b">
            <a:noAutofit/>
          </a:bodyPr>
          <a:p>
            <a:pPr algn="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87C6E980-6B53-47B7-B5A9-9358A32221F0}" type="slidenum">
              <a:rPr lang="en-US" sz="1200" b="0" u="none" strike="noStrike">
                <a:solidFill>
                  <a:srgbClr val="FFFFFF"/>
                </a:solidFill>
                <a:effectLst/>
                <a:uFillTx/>
                <a:latin typeface="Times New Roman"/>
                <a:ea typeface="宋体"/>
              </a:rPr>
              <a:t>&lt;编号&gt;</a:t>
            </a:fld>
            <a:endParaRPr lang="en-US" sz="1200" b="0" u="none" strike="noStrike">
              <a:solidFill>
                <a:srgbClr val="FFFFFF"/>
              </a:solidFill>
              <a:effectLst/>
              <a:uFillTx/>
              <a:latin typeface="Times New Roman"/>
            </a:endParaRPr>
          </a:p>
        </p:txBody>
      </p:sp>
      <p:sp>
        <p:nvSpPr>
          <p:cNvPr id="78" name="PlaceHolder 1"/>
          <p:cNvSpPr>
            <a:spLocks noGrp="1"/>
          </p:cNvSpPr>
          <p:nvPr>
            <p:ph type="sldImg"/>
          </p:nvPr>
        </p:nvSpPr>
        <p:spPr>
          <a:xfrm>
            <a:off x="2900520" y="527040"/>
            <a:ext cx="3504960" cy="2629080"/>
          </a:xfrm>
          <a:prstGeom prst="rect">
            <a:avLst/>
          </a:prstGeom>
          <a:ln w="0">
            <a:noFill/>
          </a:ln>
        </p:spPr>
      </p:sp>
      <p:sp>
        <p:nvSpPr>
          <p:cNvPr id="79" name="PlaceHolder 2"/>
          <p:cNvSpPr>
            <a:spLocks noGrp="1"/>
          </p:cNvSpPr>
          <p:nvPr>
            <p:ph type="body"/>
          </p:nvPr>
        </p:nvSpPr>
        <p:spPr>
          <a:xfrm>
            <a:off x="1239480" y="3331800"/>
            <a:ext cx="6816600" cy="315108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angle 6"/>
          <p:cNvSpPr/>
          <p:nvPr/>
        </p:nvSpPr>
        <p:spPr>
          <a:xfrm>
            <a:off x="0" y="6659640"/>
            <a:ext cx="4027320" cy="350640"/>
          </a:xfrm>
          <a:prstGeom prst="rect">
            <a:avLst/>
          </a:prstGeom>
          <a:noFill/>
          <a:ln w="0">
            <a:noFill/>
          </a:ln>
        </p:spPr>
        <p:style>
          <a:lnRef idx="0"/>
          <a:fillRef idx="0"/>
          <a:effectRef idx="0"/>
          <a:fontRef idx="minor"/>
        </p:style>
        <p:txBody>
          <a:bodyPr lIns="93240" tIns="46440" rIns="93240" bIns="46440" anchor="b">
            <a:noAutofit/>
          </a:bodyPr>
          <a:p>
            <a:pP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FFFFFF"/>
                </a:solidFill>
                <a:effectLst/>
                <a:uFillTx/>
                <a:latin typeface="Times New Roman"/>
                <a:ea typeface="宋体"/>
              </a:rPr>
              <a:t>I. Intro</a:t>
            </a:r>
            <a:endParaRPr lang="en-US" sz="1200" b="0" u="none" strike="noStrike">
              <a:solidFill>
                <a:srgbClr val="FFFFFF"/>
              </a:solidFill>
              <a:effectLst/>
              <a:uFillTx/>
              <a:latin typeface="Times New Roman"/>
            </a:endParaRPr>
          </a:p>
        </p:txBody>
      </p:sp>
      <p:sp>
        <p:nvSpPr>
          <p:cNvPr id="81" name="Rectangle 7"/>
          <p:cNvSpPr/>
          <p:nvPr/>
        </p:nvSpPr>
        <p:spPr>
          <a:xfrm>
            <a:off x="5268960" y="6659640"/>
            <a:ext cx="4027320" cy="350640"/>
          </a:xfrm>
          <a:prstGeom prst="rect">
            <a:avLst/>
          </a:prstGeom>
          <a:noFill/>
          <a:ln w="0">
            <a:noFill/>
          </a:ln>
        </p:spPr>
        <p:style>
          <a:lnRef idx="0"/>
          <a:fillRef idx="0"/>
          <a:effectRef idx="0"/>
          <a:fontRef idx="minor"/>
        </p:style>
        <p:txBody>
          <a:bodyPr lIns="93240" tIns="46440" rIns="93240" bIns="46440" anchor="b">
            <a:noAutofit/>
          </a:bodyPr>
          <a:p>
            <a:pPr algn="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3555EC89-F5E4-4BCE-9F4F-77313C33ED95}" type="slidenum">
              <a:rPr lang="en-US" sz="1200" b="0" u="none" strike="noStrike">
                <a:solidFill>
                  <a:srgbClr val="FFFFFF"/>
                </a:solidFill>
                <a:effectLst/>
                <a:uFillTx/>
                <a:latin typeface="Times New Roman"/>
                <a:ea typeface="宋体"/>
              </a:rPr>
              <a:t>&lt;编号&gt;</a:t>
            </a:fld>
            <a:endParaRPr lang="en-US" sz="1200" b="0" u="none" strike="noStrike">
              <a:solidFill>
                <a:srgbClr val="FFFFFF"/>
              </a:solidFill>
              <a:effectLst/>
              <a:uFillTx/>
              <a:latin typeface="Times New Roman"/>
            </a:endParaRPr>
          </a:p>
        </p:txBody>
      </p:sp>
      <p:sp>
        <p:nvSpPr>
          <p:cNvPr id="82" name="PlaceHolder 1"/>
          <p:cNvSpPr>
            <a:spLocks noGrp="1"/>
          </p:cNvSpPr>
          <p:nvPr>
            <p:ph type="sldImg"/>
          </p:nvPr>
        </p:nvSpPr>
        <p:spPr>
          <a:xfrm>
            <a:off x="2900520" y="527040"/>
            <a:ext cx="3504960" cy="2629080"/>
          </a:xfrm>
          <a:prstGeom prst="rect">
            <a:avLst/>
          </a:prstGeom>
          <a:ln w="0">
            <a:noFill/>
          </a:ln>
        </p:spPr>
      </p:sp>
      <p:sp>
        <p:nvSpPr>
          <p:cNvPr id="83" name="PlaceHolder 2"/>
          <p:cNvSpPr>
            <a:spLocks noGrp="1"/>
          </p:cNvSpPr>
          <p:nvPr>
            <p:ph type="body"/>
          </p:nvPr>
        </p:nvSpPr>
        <p:spPr>
          <a:xfrm>
            <a:off x="1239480" y="3331800"/>
            <a:ext cx="6816600" cy="315108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Rectangle 6"/>
          <p:cNvSpPr/>
          <p:nvPr/>
        </p:nvSpPr>
        <p:spPr>
          <a:xfrm>
            <a:off x="0" y="6659640"/>
            <a:ext cx="4027320" cy="350640"/>
          </a:xfrm>
          <a:prstGeom prst="rect">
            <a:avLst/>
          </a:prstGeom>
          <a:noFill/>
          <a:ln w="0">
            <a:noFill/>
          </a:ln>
        </p:spPr>
        <p:style>
          <a:lnRef idx="0"/>
          <a:fillRef idx="0"/>
          <a:effectRef idx="0"/>
          <a:fontRef idx="minor"/>
        </p:style>
        <p:txBody>
          <a:bodyPr lIns="93240" tIns="46440" rIns="93240" bIns="46440" anchor="b">
            <a:noAutofit/>
          </a:bodyPr>
          <a:p>
            <a:pP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FFFFFF"/>
                </a:solidFill>
                <a:effectLst/>
                <a:uFillTx/>
                <a:latin typeface="Times New Roman"/>
                <a:ea typeface="宋体"/>
              </a:rPr>
              <a:t>I. Intro</a:t>
            </a:r>
            <a:endParaRPr lang="en-US" sz="1200" b="0" u="none" strike="noStrike">
              <a:solidFill>
                <a:srgbClr val="FFFFFF"/>
              </a:solidFill>
              <a:effectLst/>
              <a:uFillTx/>
              <a:latin typeface="Times New Roman"/>
            </a:endParaRPr>
          </a:p>
        </p:txBody>
      </p:sp>
      <p:sp>
        <p:nvSpPr>
          <p:cNvPr id="85" name="Rectangle 7"/>
          <p:cNvSpPr/>
          <p:nvPr/>
        </p:nvSpPr>
        <p:spPr>
          <a:xfrm>
            <a:off x="5268960" y="6659640"/>
            <a:ext cx="4027320" cy="350640"/>
          </a:xfrm>
          <a:prstGeom prst="rect">
            <a:avLst/>
          </a:prstGeom>
          <a:noFill/>
          <a:ln w="0">
            <a:noFill/>
          </a:ln>
        </p:spPr>
        <p:style>
          <a:lnRef idx="0"/>
          <a:fillRef idx="0"/>
          <a:effectRef idx="0"/>
          <a:fontRef idx="minor"/>
        </p:style>
        <p:txBody>
          <a:bodyPr lIns="93240" tIns="46440" rIns="93240" bIns="46440" anchor="b">
            <a:noAutofit/>
          </a:bodyPr>
          <a:p>
            <a:pPr algn="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54B75EFA-D1D4-4281-90DA-E55C5E8D3E89}" type="slidenum">
              <a:rPr lang="en-US" sz="1200" b="0" u="none" strike="noStrike">
                <a:solidFill>
                  <a:srgbClr val="FFFFFF"/>
                </a:solidFill>
                <a:effectLst/>
                <a:uFillTx/>
                <a:latin typeface="Times New Roman"/>
                <a:ea typeface="宋体"/>
              </a:rPr>
              <a:t>&lt;编号&gt;</a:t>
            </a:fld>
            <a:endParaRPr lang="en-US" sz="1200" b="0" u="none" strike="noStrike">
              <a:solidFill>
                <a:srgbClr val="FFFFFF"/>
              </a:solidFill>
              <a:effectLst/>
              <a:uFillTx/>
              <a:latin typeface="Times New Roman"/>
            </a:endParaRPr>
          </a:p>
        </p:txBody>
      </p:sp>
      <p:sp>
        <p:nvSpPr>
          <p:cNvPr id="86" name="PlaceHolder 1"/>
          <p:cNvSpPr>
            <a:spLocks noGrp="1"/>
          </p:cNvSpPr>
          <p:nvPr>
            <p:ph type="sldImg"/>
          </p:nvPr>
        </p:nvSpPr>
        <p:spPr>
          <a:xfrm>
            <a:off x="2900520" y="527040"/>
            <a:ext cx="3504960" cy="2629080"/>
          </a:xfrm>
          <a:prstGeom prst="rect">
            <a:avLst/>
          </a:prstGeom>
          <a:ln w="0">
            <a:noFill/>
          </a:ln>
        </p:spPr>
      </p:sp>
      <p:sp>
        <p:nvSpPr>
          <p:cNvPr id="87" name="PlaceHolder 2"/>
          <p:cNvSpPr>
            <a:spLocks noGrp="1"/>
          </p:cNvSpPr>
          <p:nvPr>
            <p:ph type="body"/>
          </p:nvPr>
        </p:nvSpPr>
        <p:spPr>
          <a:xfrm>
            <a:off x="1239480" y="3331800"/>
            <a:ext cx="6816600" cy="315108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Rectangle 6"/>
          <p:cNvSpPr/>
          <p:nvPr/>
        </p:nvSpPr>
        <p:spPr>
          <a:xfrm>
            <a:off x="0" y="6659640"/>
            <a:ext cx="4027320" cy="350640"/>
          </a:xfrm>
          <a:prstGeom prst="rect">
            <a:avLst/>
          </a:prstGeom>
          <a:noFill/>
          <a:ln w="0">
            <a:noFill/>
          </a:ln>
        </p:spPr>
        <p:style>
          <a:lnRef idx="0"/>
          <a:fillRef idx="0"/>
          <a:effectRef idx="0"/>
          <a:fontRef idx="minor"/>
        </p:style>
        <p:txBody>
          <a:bodyPr lIns="93240" tIns="46440" rIns="93240" bIns="46440" anchor="b">
            <a:noAutofit/>
          </a:bodyPr>
          <a:p>
            <a:pP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FFFFFF"/>
                </a:solidFill>
                <a:effectLst/>
                <a:uFillTx/>
                <a:latin typeface="Times New Roman"/>
                <a:ea typeface="宋体"/>
              </a:rPr>
              <a:t>I. Intro</a:t>
            </a:r>
            <a:endParaRPr lang="en-US" sz="1200" b="0" u="none" strike="noStrike">
              <a:solidFill>
                <a:srgbClr val="FFFFFF"/>
              </a:solidFill>
              <a:effectLst/>
              <a:uFillTx/>
              <a:latin typeface="Times New Roman"/>
            </a:endParaRPr>
          </a:p>
        </p:txBody>
      </p:sp>
      <p:sp>
        <p:nvSpPr>
          <p:cNvPr id="89" name="Rectangle 7"/>
          <p:cNvSpPr/>
          <p:nvPr/>
        </p:nvSpPr>
        <p:spPr>
          <a:xfrm>
            <a:off x="5268960" y="6659640"/>
            <a:ext cx="4027320" cy="350640"/>
          </a:xfrm>
          <a:prstGeom prst="rect">
            <a:avLst/>
          </a:prstGeom>
          <a:noFill/>
          <a:ln w="0">
            <a:noFill/>
          </a:ln>
        </p:spPr>
        <p:style>
          <a:lnRef idx="0"/>
          <a:fillRef idx="0"/>
          <a:effectRef idx="0"/>
          <a:fontRef idx="minor"/>
        </p:style>
        <p:txBody>
          <a:bodyPr lIns="93240" tIns="46440" rIns="93240" bIns="46440" anchor="b">
            <a:noAutofit/>
          </a:bodyPr>
          <a:p>
            <a:pPr algn="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65C8EA78-C19E-41FC-BD46-044F55EA09BD}" type="slidenum">
              <a:rPr lang="en-US" sz="1200" b="0" u="none" strike="noStrike">
                <a:solidFill>
                  <a:srgbClr val="FFFFFF"/>
                </a:solidFill>
                <a:effectLst/>
                <a:uFillTx/>
                <a:latin typeface="Times New Roman"/>
                <a:ea typeface="宋体"/>
              </a:rPr>
              <a:t>&lt;编号&gt;</a:t>
            </a:fld>
            <a:endParaRPr lang="en-US" sz="1200" b="0" u="none" strike="noStrike">
              <a:solidFill>
                <a:srgbClr val="FFFFFF"/>
              </a:solidFill>
              <a:effectLst/>
              <a:uFillTx/>
              <a:latin typeface="Times New Roman"/>
            </a:endParaRPr>
          </a:p>
        </p:txBody>
      </p:sp>
      <p:sp>
        <p:nvSpPr>
          <p:cNvPr id="90" name="PlaceHolder 1"/>
          <p:cNvSpPr>
            <a:spLocks noGrp="1"/>
          </p:cNvSpPr>
          <p:nvPr>
            <p:ph type="sldImg"/>
          </p:nvPr>
        </p:nvSpPr>
        <p:spPr>
          <a:xfrm>
            <a:off x="2900520" y="527040"/>
            <a:ext cx="3504960" cy="2629080"/>
          </a:xfrm>
          <a:prstGeom prst="rect">
            <a:avLst/>
          </a:prstGeom>
          <a:ln w="0">
            <a:noFill/>
          </a:ln>
        </p:spPr>
      </p:sp>
      <p:sp>
        <p:nvSpPr>
          <p:cNvPr id="91" name="PlaceHolder 2"/>
          <p:cNvSpPr>
            <a:spLocks noGrp="1"/>
          </p:cNvSpPr>
          <p:nvPr>
            <p:ph type="body"/>
          </p:nvPr>
        </p:nvSpPr>
        <p:spPr>
          <a:xfrm>
            <a:off x="1239480" y="3331800"/>
            <a:ext cx="6816600" cy="315108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Rectangle 6"/>
          <p:cNvSpPr/>
          <p:nvPr/>
        </p:nvSpPr>
        <p:spPr>
          <a:xfrm>
            <a:off x="0" y="6659640"/>
            <a:ext cx="4027320" cy="350640"/>
          </a:xfrm>
          <a:prstGeom prst="rect">
            <a:avLst/>
          </a:prstGeom>
          <a:noFill/>
          <a:ln w="0">
            <a:noFill/>
          </a:ln>
        </p:spPr>
        <p:style>
          <a:lnRef idx="0"/>
          <a:fillRef idx="0"/>
          <a:effectRef idx="0"/>
          <a:fontRef idx="minor"/>
        </p:style>
        <p:txBody>
          <a:bodyPr lIns="93240" tIns="46440" rIns="93240" bIns="46440" anchor="b">
            <a:noAutofit/>
          </a:bodyPr>
          <a:p>
            <a:pP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FFFFFF"/>
                </a:solidFill>
                <a:effectLst/>
                <a:uFillTx/>
                <a:latin typeface="Times New Roman"/>
                <a:ea typeface="宋体"/>
              </a:rPr>
              <a:t>I. Intro</a:t>
            </a:r>
            <a:endParaRPr lang="en-US" sz="1200" b="0" u="none" strike="noStrike">
              <a:solidFill>
                <a:srgbClr val="FFFFFF"/>
              </a:solidFill>
              <a:effectLst/>
              <a:uFillTx/>
              <a:latin typeface="Times New Roman"/>
            </a:endParaRPr>
          </a:p>
        </p:txBody>
      </p:sp>
      <p:sp>
        <p:nvSpPr>
          <p:cNvPr id="93" name="Rectangle 7"/>
          <p:cNvSpPr/>
          <p:nvPr/>
        </p:nvSpPr>
        <p:spPr>
          <a:xfrm>
            <a:off x="5268960" y="6659640"/>
            <a:ext cx="4027320" cy="350640"/>
          </a:xfrm>
          <a:prstGeom prst="rect">
            <a:avLst/>
          </a:prstGeom>
          <a:noFill/>
          <a:ln w="0">
            <a:noFill/>
          </a:ln>
        </p:spPr>
        <p:style>
          <a:lnRef idx="0"/>
          <a:fillRef idx="0"/>
          <a:effectRef idx="0"/>
          <a:fontRef idx="minor"/>
        </p:style>
        <p:txBody>
          <a:bodyPr lIns="93240" tIns="46440" rIns="93240" bIns="46440" anchor="b">
            <a:noAutofit/>
          </a:bodyPr>
          <a:p>
            <a:pPr algn="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927A957D-B95C-49C7-A95B-DFF375F63F2F}" type="slidenum">
              <a:rPr lang="en-US" sz="1200" b="0" u="none" strike="noStrike">
                <a:solidFill>
                  <a:srgbClr val="FFFFFF"/>
                </a:solidFill>
                <a:effectLst/>
                <a:uFillTx/>
                <a:latin typeface="Times New Roman"/>
                <a:ea typeface="宋体"/>
              </a:rPr>
              <a:t>&lt;编号&gt;</a:t>
            </a:fld>
            <a:endParaRPr lang="en-US" sz="1200" b="0" u="none" strike="noStrike">
              <a:solidFill>
                <a:srgbClr val="FFFFFF"/>
              </a:solidFill>
              <a:effectLst/>
              <a:uFillTx/>
              <a:latin typeface="Times New Roman"/>
            </a:endParaRPr>
          </a:p>
        </p:txBody>
      </p:sp>
      <p:sp>
        <p:nvSpPr>
          <p:cNvPr id="94" name="PlaceHolder 1"/>
          <p:cNvSpPr>
            <a:spLocks noGrp="1"/>
          </p:cNvSpPr>
          <p:nvPr>
            <p:ph type="sldImg"/>
          </p:nvPr>
        </p:nvSpPr>
        <p:spPr>
          <a:xfrm>
            <a:off x="2900520" y="527040"/>
            <a:ext cx="3504960" cy="2629080"/>
          </a:xfrm>
          <a:prstGeom prst="rect">
            <a:avLst/>
          </a:prstGeom>
          <a:ln w="0">
            <a:noFill/>
          </a:ln>
        </p:spPr>
      </p:sp>
      <p:sp>
        <p:nvSpPr>
          <p:cNvPr id="95" name="PlaceHolder 2"/>
          <p:cNvSpPr>
            <a:spLocks noGrp="1"/>
          </p:cNvSpPr>
          <p:nvPr>
            <p:ph type="body"/>
          </p:nvPr>
        </p:nvSpPr>
        <p:spPr>
          <a:xfrm>
            <a:off x="1239480" y="3331800"/>
            <a:ext cx="6816600" cy="315108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6"/>
          <p:cNvSpPr/>
          <p:nvPr/>
        </p:nvSpPr>
        <p:spPr>
          <a:xfrm>
            <a:off x="0" y="6659640"/>
            <a:ext cx="4027320" cy="350640"/>
          </a:xfrm>
          <a:prstGeom prst="rect">
            <a:avLst/>
          </a:prstGeom>
          <a:noFill/>
          <a:ln w="0">
            <a:noFill/>
          </a:ln>
        </p:spPr>
        <p:style>
          <a:lnRef idx="0"/>
          <a:fillRef idx="0"/>
          <a:effectRef idx="0"/>
          <a:fontRef idx="minor"/>
        </p:style>
        <p:txBody>
          <a:bodyPr lIns="93240" tIns="46440" rIns="93240" bIns="46440" anchor="b">
            <a:noAutofit/>
          </a:bodyPr>
          <a:p>
            <a:pP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FFFFFF"/>
                </a:solidFill>
                <a:effectLst/>
                <a:uFillTx/>
                <a:latin typeface="Times New Roman"/>
                <a:ea typeface="宋体"/>
              </a:rPr>
              <a:t>I. Intro</a:t>
            </a:r>
            <a:endParaRPr lang="en-US" sz="1200" b="0" u="none" strike="noStrike">
              <a:solidFill>
                <a:srgbClr val="FFFFFF"/>
              </a:solidFill>
              <a:effectLst/>
              <a:uFillTx/>
              <a:latin typeface="Times New Roman"/>
            </a:endParaRPr>
          </a:p>
        </p:txBody>
      </p:sp>
      <p:sp>
        <p:nvSpPr>
          <p:cNvPr id="97" name="Rectangle 7"/>
          <p:cNvSpPr/>
          <p:nvPr/>
        </p:nvSpPr>
        <p:spPr>
          <a:xfrm>
            <a:off x="5268960" y="6659640"/>
            <a:ext cx="4027320" cy="350640"/>
          </a:xfrm>
          <a:prstGeom prst="rect">
            <a:avLst/>
          </a:prstGeom>
          <a:noFill/>
          <a:ln w="0">
            <a:noFill/>
          </a:ln>
        </p:spPr>
        <p:style>
          <a:lnRef idx="0"/>
          <a:fillRef idx="0"/>
          <a:effectRef idx="0"/>
          <a:fontRef idx="minor"/>
        </p:style>
        <p:txBody>
          <a:bodyPr lIns="93240" tIns="46440" rIns="93240" bIns="46440" anchor="b">
            <a:noAutofit/>
          </a:bodyPr>
          <a:p>
            <a:pPr algn="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403CF597-132D-452F-9278-550244DAC9E5}" type="slidenum">
              <a:rPr lang="en-US" sz="1200" b="0" u="none" strike="noStrike">
                <a:solidFill>
                  <a:srgbClr val="FFFFFF"/>
                </a:solidFill>
                <a:effectLst/>
                <a:uFillTx/>
                <a:latin typeface="Times New Roman"/>
                <a:ea typeface="宋体"/>
              </a:rPr>
              <a:t>&lt;编号&gt;</a:t>
            </a:fld>
            <a:endParaRPr lang="en-US" sz="1200" b="0" u="none" strike="noStrike">
              <a:solidFill>
                <a:srgbClr val="FFFFFF"/>
              </a:solidFill>
              <a:effectLst/>
              <a:uFillTx/>
              <a:latin typeface="Times New Roman"/>
            </a:endParaRPr>
          </a:p>
        </p:txBody>
      </p:sp>
      <p:sp>
        <p:nvSpPr>
          <p:cNvPr id="98" name="PlaceHolder 1"/>
          <p:cNvSpPr>
            <a:spLocks noGrp="1"/>
          </p:cNvSpPr>
          <p:nvPr>
            <p:ph type="sldImg"/>
          </p:nvPr>
        </p:nvSpPr>
        <p:spPr>
          <a:xfrm>
            <a:off x="2900520" y="527040"/>
            <a:ext cx="3504960" cy="2629080"/>
          </a:xfrm>
          <a:prstGeom prst="rect">
            <a:avLst/>
          </a:prstGeom>
          <a:ln w="0">
            <a:noFill/>
          </a:ln>
        </p:spPr>
      </p:sp>
      <p:sp>
        <p:nvSpPr>
          <p:cNvPr id="99" name="PlaceHolder 2"/>
          <p:cNvSpPr>
            <a:spLocks noGrp="1"/>
          </p:cNvSpPr>
          <p:nvPr>
            <p:ph type="body"/>
          </p:nvPr>
        </p:nvSpPr>
        <p:spPr>
          <a:xfrm>
            <a:off x="1239480" y="3331800"/>
            <a:ext cx="6816600" cy="315108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Rectangle 6"/>
          <p:cNvSpPr/>
          <p:nvPr/>
        </p:nvSpPr>
        <p:spPr>
          <a:xfrm>
            <a:off x="0" y="6659640"/>
            <a:ext cx="4027320" cy="350640"/>
          </a:xfrm>
          <a:prstGeom prst="rect">
            <a:avLst/>
          </a:prstGeom>
          <a:noFill/>
          <a:ln w="0">
            <a:noFill/>
          </a:ln>
        </p:spPr>
        <p:style>
          <a:lnRef idx="0"/>
          <a:fillRef idx="0"/>
          <a:effectRef idx="0"/>
          <a:fontRef idx="minor"/>
        </p:style>
        <p:txBody>
          <a:bodyPr lIns="93240" tIns="46440" rIns="93240" bIns="46440" anchor="b">
            <a:noAutofit/>
          </a:bodyPr>
          <a:p>
            <a:pP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r>
              <a:rPr lang="en-US" sz="1200" b="0" u="none" strike="noStrike">
                <a:solidFill>
                  <a:srgbClr val="FFFFFF"/>
                </a:solidFill>
                <a:effectLst/>
                <a:uFillTx/>
                <a:latin typeface="Times New Roman"/>
                <a:ea typeface="宋体"/>
              </a:rPr>
              <a:t>I. Intro</a:t>
            </a:r>
            <a:endParaRPr lang="en-US" sz="1200" b="0" u="none" strike="noStrike">
              <a:solidFill>
                <a:srgbClr val="FFFFFF"/>
              </a:solidFill>
              <a:effectLst/>
              <a:uFillTx/>
              <a:latin typeface="Times New Roman"/>
            </a:endParaRPr>
          </a:p>
        </p:txBody>
      </p:sp>
      <p:sp>
        <p:nvSpPr>
          <p:cNvPr id="101" name="Rectangle 7"/>
          <p:cNvSpPr/>
          <p:nvPr/>
        </p:nvSpPr>
        <p:spPr>
          <a:xfrm>
            <a:off x="5268960" y="6659640"/>
            <a:ext cx="4027320" cy="350640"/>
          </a:xfrm>
          <a:prstGeom prst="rect">
            <a:avLst/>
          </a:prstGeom>
          <a:noFill/>
          <a:ln w="0">
            <a:noFill/>
          </a:ln>
        </p:spPr>
        <p:style>
          <a:lnRef idx="0"/>
          <a:fillRef idx="0"/>
          <a:effectRef idx="0"/>
          <a:fontRef idx="minor"/>
        </p:style>
        <p:txBody>
          <a:bodyPr lIns="93240" tIns="46440" rIns="93240" bIns="46440" anchor="b">
            <a:noAutofit/>
          </a:bodyPr>
          <a:p>
            <a:pPr algn="r">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25549039-3E30-4CA9-9315-5DEF8D638243}" type="slidenum">
              <a:rPr lang="en-US" sz="1200" b="0" u="none" strike="noStrike">
                <a:solidFill>
                  <a:srgbClr val="FFFFFF"/>
                </a:solidFill>
                <a:effectLst/>
                <a:uFillTx/>
                <a:latin typeface="Times New Roman"/>
                <a:ea typeface="宋体"/>
              </a:rPr>
              <a:t>&lt;编号&gt;</a:t>
            </a:fld>
            <a:endParaRPr lang="en-US" sz="1200" b="0" u="none" strike="noStrike">
              <a:solidFill>
                <a:srgbClr val="FFFFFF"/>
              </a:solidFill>
              <a:effectLst/>
              <a:uFillTx/>
              <a:latin typeface="Times New Roman"/>
            </a:endParaRPr>
          </a:p>
        </p:txBody>
      </p:sp>
      <p:sp>
        <p:nvSpPr>
          <p:cNvPr id="102" name="PlaceHolder 1"/>
          <p:cNvSpPr>
            <a:spLocks noGrp="1"/>
          </p:cNvSpPr>
          <p:nvPr>
            <p:ph type="sldImg"/>
          </p:nvPr>
        </p:nvSpPr>
        <p:spPr>
          <a:xfrm>
            <a:off x="2895480" y="525600"/>
            <a:ext cx="3506760" cy="2630520"/>
          </a:xfrm>
          <a:prstGeom prst="rect">
            <a:avLst/>
          </a:prstGeom>
          <a:ln w="0">
            <a:noFill/>
          </a:ln>
        </p:spPr>
      </p:sp>
      <p:sp>
        <p:nvSpPr>
          <p:cNvPr id="103" name="PlaceHolder 2"/>
          <p:cNvSpPr>
            <a:spLocks noGrp="1"/>
          </p:cNvSpPr>
          <p:nvPr>
            <p:ph type="body"/>
          </p:nvPr>
        </p:nvSpPr>
        <p:spPr>
          <a:xfrm>
            <a:off x="1235160" y="3330720"/>
            <a:ext cx="6826320" cy="315432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默认">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95F699A-34F7-4022-9856-D8678B773767}" type="slidenum">
              <a:t>&lt;#&gt;</a:t>
            </a:fld>
          </a:p>
        </p:txBody>
      </p:sp>
      <p:sp>
        <p:nvSpPr>
          <p:cNvPr id="4" name="PlaceHolder 3"/>
          <p:cNvSpPr>
            <a:spLocks noGrp="1"/>
          </p:cNvSpPr>
          <p:nvPr>
            <p:ph type="dt" idx="1"/>
          </p:nvPr>
        </p:nvSpPr>
        <p:spPr/>
        <p:txBody>
          <a:bodyPr/>
          <a:p>
            <a:r>
              <a:rPr lang="zh-C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609120"/>
            <a:ext cx="777240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4400" b="0" u="none" strike="noStrike">
                <a:solidFill>
                  <a:srgbClr val="FFFF00"/>
                </a:solidFill>
                <a:effectLst/>
                <a:uFillTx/>
                <a:latin typeface="Times New Roman"/>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00"/>
                </a:solidFill>
                <a:effectLst/>
                <a:uFillTx/>
                <a:latin typeface="Times New Roman"/>
              </a:rPr>
              <a:t>单击以编辑标题文本格式</a:t>
            </a:r>
            <a:endParaRPr lang="en-US" sz="4400" b="0" u="none" strike="noStrike">
              <a:solidFill>
                <a:srgbClr val="FFFF00"/>
              </a:solidFill>
              <a:effectLst/>
              <a:uFillTx/>
              <a:latin typeface="Times New Roman"/>
            </a:endParaRPr>
          </a:p>
        </p:txBody>
      </p:sp>
      <p:sp>
        <p:nvSpPr>
          <p:cNvPr id="3" name="PlaceHolder 2"/>
          <p:cNvSpPr>
            <a:spLocks noGrp="1"/>
          </p:cNvSpPr>
          <p:nvPr>
            <p:ph type="body"/>
          </p:nvPr>
        </p:nvSpPr>
        <p:spPr>
          <a:xfrm>
            <a:off x="685800" y="1981080"/>
            <a:ext cx="7772400" cy="4114800"/>
          </a:xfrm>
          <a:prstGeom prst="rect">
            <a:avLst/>
          </a:prstGeom>
          <a:noFill/>
          <a:ln w="0">
            <a:noFill/>
          </a:ln>
        </p:spPr>
        <p:txBody>
          <a:bodyPr lIns="90000" tIns="46800" rIns="90000" bIns="46800" anchor="t">
            <a:normAutofit lnSpcReduction="9999"/>
          </a:bodyPr>
          <a:lstStyle>
            <a:lvl1pPr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FFFFFF"/>
                </a:solidFill>
                <a:effectLst/>
                <a:uFillTx/>
                <a:latin typeface="Times New Roman"/>
              </a:defRPr>
            </a:lvl1pPr>
            <a:lvl2pPr lvl="1"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FFFFFF"/>
                </a:solidFill>
                <a:effectLst/>
                <a:uFillTx/>
                <a:latin typeface="Times New Roman"/>
              </a:defRPr>
            </a:lvl2pPr>
            <a:lvl3pPr lvl="2"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FFFFFF"/>
                </a:solidFill>
                <a:effectLst/>
                <a:uFillTx/>
                <a:latin typeface="Times New Roman"/>
              </a:defRPr>
            </a:lvl3pPr>
            <a:lvl4pPr lvl="3"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FFFFFF"/>
                </a:solidFill>
                <a:effectLst/>
                <a:uFillTx/>
                <a:latin typeface="Times New Roman"/>
              </a:defRPr>
            </a:lvl4pPr>
            <a:lvl5pPr lvl="4"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FFFFFF"/>
                </a:solidFill>
                <a:effectLst/>
                <a:uFillTx/>
                <a:latin typeface="Times New Roman"/>
              </a:defRPr>
            </a:lvl5pPr>
            <a:lvl6pPr lvl="5"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FFFFFF"/>
                </a:solidFill>
                <a:effectLst/>
                <a:uFillTx/>
                <a:latin typeface="Times New Roman"/>
              </a:defRPr>
            </a:lvl6pPr>
            <a:lvl7pPr lvl="6"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FFFFFF"/>
                </a:solidFill>
                <a:effectLst/>
                <a:uFillTx/>
                <a:latin typeface="Times New Roman"/>
              </a:defRPr>
            </a:lvl7pPr>
          </a:lstStyle>
          <a:p>
            <a:pPr marL="343080" indent="-343080"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FFFFFF"/>
                </a:solidFill>
                <a:effectLst/>
                <a:uFillTx/>
                <a:latin typeface="Times New Roman"/>
              </a:rPr>
              <a:t>点击以编辑提纲文本格式</a:t>
            </a:r>
            <a:endParaRPr lang="en-US" sz="3200" b="0" u="none" strike="noStrike">
              <a:solidFill>
                <a:srgbClr val="FFFFFF"/>
              </a:solidFill>
              <a:effectLst/>
              <a:uFillTx/>
              <a:latin typeface="Times New Roman"/>
            </a:endParaRPr>
          </a:p>
          <a:p>
            <a:pPr marL="743040" lvl="1" indent="-285840"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FFFFFF"/>
                </a:solidFill>
                <a:effectLst/>
                <a:uFillTx/>
                <a:latin typeface="Times New Roman"/>
              </a:rPr>
              <a:t>第二提纲级别</a:t>
            </a:r>
            <a:endParaRPr lang="en-US" sz="3200" b="0" u="none" strike="noStrike">
              <a:solidFill>
                <a:srgbClr val="FFFFFF"/>
              </a:solidFill>
              <a:effectLst/>
              <a:uFillTx/>
              <a:latin typeface="Times New Roman"/>
            </a:endParaRPr>
          </a:p>
          <a:p>
            <a:pPr marL="1143000" lvl="2" indent="-228600"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FFFFFF"/>
                </a:solidFill>
                <a:effectLst/>
                <a:uFillTx/>
                <a:latin typeface="Times New Roman"/>
              </a:rPr>
              <a:t>第三提纲级别</a:t>
            </a:r>
            <a:endParaRPr lang="en-US" sz="3200" b="0" u="none" strike="noStrike">
              <a:solidFill>
                <a:srgbClr val="FFFFFF"/>
              </a:solidFill>
              <a:effectLst/>
              <a:uFillTx/>
              <a:latin typeface="Times New Roman"/>
            </a:endParaRPr>
          </a:p>
          <a:p>
            <a:pPr marL="1600200" lvl="3" indent="-228600"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FFFFFF"/>
                </a:solidFill>
                <a:effectLst/>
                <a:uFillTx/>
                <a:latin typeface="Times New Roman"/>
              </a:rPr>
              <a:t>第四提纲级别</a:t>
            </a:r>
            <a:endParaRPr lang="en-US" sz="3200" b="0" u="none" strike="noStrike">
              <a:solidFill>
                <a:srgbClr val="FFFFFF"/>
              </a:solidFill>
              <a:effectLst/>
              <a:uFillTx/>
              <a:latin typeface="Times New Roman"/>
            </a:endParaRPr>
          </a:p>
          <a:p>
            <a:pPr marL="2057400" lvl="4" indent="-228600"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FFFFFF"/>
                </a:solidFill>
                <a:effectLst/>
                <a:uFillTx/>
                <a:latin typeface="Times New Roman"/>
              </a:rPr>
              <a:t>第五提纲级别</a:t>
            </a:r>
            <a:endParaRPr lang="en-US" sz="3200" b="0" u="none" strike="noStrike">
              <a:solidFill>
                <a:srgbClr val="FFFFFF"/>
              </a:solidFill>
              <a:effectLst/>
              <a:uFillTx/>
              <a:latin typeface="Times New Roman"/>
            </a:endParaRPr>
          </a:p>
          <a:p>
            <a:pPr marL="2057400" lvl="5" indent="-228600"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FFFFFF"/>
                </a:solidFill>
                <a:effectLst/>
                <a:uFillTx/>
                <a:latin typeface="Times New Roman"/>
              </a:rPr>
              <a:t>第六提纲级别</a:t>
            </a:r>
            <a:endParaRPr lang="en-US" sz="3200" b="0" u="none" strike="noStrike">
              <a:solidFill>
                <a:srgbClr val="FFFFFF"/>
              </a:solidFill>
              <a:effectLst/>
              <a:uFillTx/>
              <a:latin typeface="Times New Roman"/>
            </a:endParaRPr>
          </a:p>
          <a:p>
            <a:pPr marL="2057400" lvl="6" indent="-228600" algn="l">
              <a:spcBef>
                <a:spcPts val="799"/>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FFFFFF"/>
                </a:solidFill>
                <a:effectLst/>
                <a:uFillTx/>
                <a:latin typeface="Times New Roman"/>
              </a:rPr>
              <a:t>第七提纲级别</a:t>
            </a:r>
            <a:endParaRPr lang="en-US" sz="3200" b="0" u="none" strike="noStrike">
              <a:solidFill>
                <a:srgbClr val="FFFFFF"/>
              </a:solidFill>
              <a:effectLst/>
              <a:uFillTx/>
              <a:latin typeface="Times New Roman"/>
            </a:endParaRPr>
          </a:p>
        </p:txBody>
      </p:sp>
      <p:sp>
        <p:nvSpPr>
          <p:cNvPr id="4" name="PlaceHolder 3"/>
          <p:cNvSpPr>
            <a:spLocks noGrp="1"/>
          </p:cNvSpPr>
          <p:nvPr>
            <p:ph type="dt" idx="1"/>
          </p:nvPr>
        </p:nvSpPr>
        <p:spPr>
          <a:xfrm>
            <a:off x="685800" y="6248520"/>
            <a:ext cx="1905120" cy="45720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FFFFFF"/>
              </a:solidFill>
              <a:effectLst/>
              <a:uFillTx/>
              <a:latin typeface="Times New Roman"/>
            </a:endParaRPr>
          </a:p>
        </p:txBody>
      </p:sp>
      <p:sp>
        <p:nvSpPr>
          <p:cNvPr id="5" name="PlaceHolder 4"/>
          <p:cNvSpPr>
            <a:spLocks noGrp="1"/>
          </p:cNvSpPr>
          <p:nvPr>
            <p:ph type="ftr" idx="2"/>
          </p:nvPr>
        </p:nvSpPr>
        <p:spPr>
          <a:xfrm>
            <a:off x="3124080" y="6248520"/>
            <a:ext cx="2895840" cy="45720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FFFFFF"/>
              </a:solidFill>
              <a:effectLst/>
              <a:uFillTx/>
              <a:latin typeface="Times New Roman"/>
            </a:endParaRPr>
          </a:p>
        </p:txBody>
      </p:sp>
      <p:sp>
        <p:nvSpPr>
          <p:cNvPr id="6" name="PlaceHolder 5"/>
          <p:cNvSpPr>
            <a:spLocks noGrp="1"/>
          </p:cNvSpPr>
          <p:nvPr>
            <p:ph type="sldNum" idx="3"/>
          </p:nvPr>
        </p:nvSpPr>
        <p:spPr>
          <a:xfrm>
            <a:off x="6553080" y="6248520"/>
            <a:ext cx="1905120" cy="45720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FFFFFF"/>
                </a:solidFill>
                <a:effectLst/>
                <a:uFillTx/>
                <a:latin typeface="Times New Roman"/>
                <a:ea typeface="宋体"/>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8FA6534-FBB0-4883-B2C0-A63ED08BCD02}" type="slidenum">
              <a:rPr lang="en-US" sz="1400" b="0" u="none" strike="noStrike">
                <a:solidFill>
                  <a:srgbClr val="FFFFFF"/>
                </a:solidFill>
                <a:effectLst/>
                <a:uFillTx/>
                <a:latin typeface="Times New Roman"/>
                <a:ea typeface="宋体"/>
              </a:rPr>
              <a:t>&lt;编号&gt;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Text Box 3"/>
          <p:cNvSpPr/>
          <p:nvPr/>
        </p:nvSpPr>
        <p:spPr>
          <a:xfrm>
            <a:off x="0" y="3276720"/>
            <a:ext cx="9144000" cy="82548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FFFFFF"/>
                </a:solidFill>
                <a:effectLst/>
                <a:uFillTx/>
                <a:latin typeface="Times New Roman"/>
              </a:rPr>
              <a:t>哥本哈根地学中心</a:t>
            </a:r>
            <a:endParaRPr lang="en-US" sz="2400" b="0" u="none" strike="noStrike">
              <a:solidFill>
                <a:srgbClr val="FFFFFF"/>
              </a:solidFill>
              <a:effectLst/>
              <a:uFillTx/>
              <a:latin typeface="Times New Roman"/>
            </a:endParaRPr>
          </a:p>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FFFFFF"/>
                </a:solidFill>
                <a:effectLst/>
                <a:uFillTx/>
                <a:latin typeface="Times New Roman"/>
              </a:rPr>
              <a:t>2007 </a:t>
            </a:r>
            <a:r>
              <a:rPr lang="zh-CN" sz="2400" b="1" u="none" strike="noStrike">
                <a:solidFill>
                  <a:srgbClr val="FFFFFF"/>
                </a:solidFill>
                <a:effectLst/>
                <a:uFillTx/>
                <a:latin typeface="Times New Roman"/>
              </a:rPr>
              <a:t>年 </a:t>
            </a:r>
            <a:r>
              <a:rPr lang="en-US" sz="2400" b="1" u="none" strike="noStrike">
                <a:solidFill>
                  <a:srgbClr val="FFFFFF"/>
                </a:solidFill>
                <a:effectLst/>
                <a:uFillTx/>
                <a:latin typeface="Times New Roman"/>
              </a:rPr>
              <a:t>9 </a:t>
            </a:r>
            <a:r>
              <a:rPr lang="zh-CN" sz="2400" b="1" u="none" strike="noStrike">
                <a:solidFill>
                  <a:srgbClr val="FFFFFF"/>
                </a:solidFill>
                <a:effectLst/>
                <a:uFillTx/>
                <a:latin typeface="Times New Roman"/>
              </a:rPr>
              <a:t>月 </a:t>
            </a:r>
            <a:r>
              <a:rPr lang="en-US" sz="2400" b="1" u="none" strike="noStrike">
                <a:solidFill>
                  <a:srgbClr val="FFFFFF"/>
                </a:solidFill>
                <a:effectLst/>
                <a:uFillTx/>
                <a:latin typeface="Times New Roman"/>
              </a:rPr>
              <a:t>13-15 </a:t>
            </a:r>
            <a:r>
              <a:rPr lang="zh-CN" sz="2400" b="1" u="none" strike="noStrike">
                <a:solidFill>
                  <a:srgbClr val="FFFFFF"/>
                </a:solidFill>
                <a:effectLst/>
                <a:uFillTx/>
                <a:latin typeface="Times New Roman"/>
              </a:rPr>
              <a:t>日</a:t>
            </a:r>
            <a:endParaRPr lang="en-US" sz="2400" b="0" u="none" strike="noStrike">
              <a:solidFill>
                <a:srgbClr val="FFFFFF"/>
              </a:solidFill>
              <a:effectLst/>
              <a:uFillTx/>
              <a:latin typeface="Times New Roman"/>
            </a:endParaRPr>
          </a:p>
        </p:txBody>
      </p:sp>
      <p:sp>
        <p:nvSpPr>
          <p:cNvPr id="15" name="PlaceHolder 1"/>
          <p:cNvSpPr>
            <a:spLocks noGrp="1"/>
          </p:cNvSpPr>
          <p:nvPr>
            <p:ph type="title"/>
          </p:nvPr>
        </p:nvSpPr>
        <p:spPr>
          <a:xfrm>
            <a:off x="0" y="990360"/>
            <a:ext cx="9144000" cy="190476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1" u="none" strike="noStrike">
                <a:solidFill>
                  <a:srgbClr val="FFFF00"/>
                </a:solidFill>
                <a:effectLst/>
                <a:uFillTx/>
                <a:latin typeface="Times New Roman"/>
              </a:rPr>
              <a:t>地下水模型的校准、敏感性分析与不确定性</a:t>
            </a:r>
            <a:endParaRPr lang="en-US" sz="4400" b="0" u="none" strike="noStrik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380520"/>
            <a:ext cx="7772400" cy="38124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600" b="1" u="none" strike="noStrike">
                <a:solidFill>
                  <a:srgbClr val="FFFF00"/>
                </a:solidFill>
                <a:effectLst/>
                <a:uFillTx/>
                <a:latin typeface="Times New Roman"/>
                <a:ea typeface="宋体"/>
              </a:rPr>
              <a:t>讲师</a:t>
            </a:r>
            <a:endParaRPr lang="en-US" sz="3600" b="0" u="none" strike="noStrike">
              <a:solidFill>
                <a:srgbClr val="FFFF00"/>
              </a:solidFill>
              <a:effectLst/>
              <a:uFillTx/>
              <a:latin typeface="Times New Roman"/>
            </a:endParaRPr>
          </a:p>
        </p:txBody>
      </p:sp>
      <p:sp>
        <p:nvSpPr>
          <p:cNvPr id="17" name="PlaceHolder 2"/>
          <p:cNvSpPr>
            <a:spLocks noGrp="1"/>
          </p:cNvSpPr>
          <p:nvPr>
            <p:ph/>
          </p:nvPr>
        </p:nvSpPr>
        <p:spPr>
          <a:xfrm>
            <a:off x="0" y="1066320"/>
            <a:ext cx="9144000" cy="5791320"/>
          </a:xfrm>
          <a:prstGeom prst="rect">
            <a:avLst/>
          </a:prstGeom>
          <a:noFill/>
          <a:ln w="0">
            <a:noFill/>
          </a:ln>
        </p:spPr>
        <p:txBody>
          <a:bodyPr lIns="91440" tIns="45720" rIns="91440" bIns="45720" anchor="t">
            <a:normAutofit/>
          </a:bodyPr>
          <a:p>
            <a:pPr marL="343080" indent="-343080" algn="l">
              <a:lnSpc>
                <a:spcPct val="90000"/>
              </a:lnSpc>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FFFF00"/>
                </a:solidFill>
                <a:effectLst/>
                <a:uFillTx/>
                <a:latin typeface="Times New Roman"/>
                <a:ea typeface="宋体"/>
              </a:rPr>
              <a:t>讲师信息已移除。</a:t>
            </a:r>
            <a:endParaRPr lang="en-US" sz="2400" b="0" u="none" strike="noStrike">
              <a:solidFill>
                <a:srgbClr val="FFFFFF"/>
              </a:solidFill>
              <a:effectLst/>
              <a:uFillTx/>
              <a:latin typeface="Times New Roman"/>
            </a:endParaRPr>
          </a:p>
          <a:p>
            <a:pPr marL="343080" indent="-343080" algn="l">
              <a:lnSpc>
                <a:spcPct val="90000"/>
              </a:lnSpc>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FFFF00"/>
                </a:solidFill>
                <a:effectLst/>
                <a:uFillTx/>
                <a:latin typeface="Times New Roman"/>
                <a:ea typeface="宋体"/>
              </a:rPr>
              <a:t>主题包括地下水系统模拟、模型不确定性评估、参数估计、预测分析与正则化反演。</a:t>
            </a:r>
            <a:endParaRPr lang="en-US" sz="24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228240"/>
            <a:ext cx="77724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00"/>
                </a:solidFill>
                <a:effectLst/>
                <a:uFillTx/>
                <a:latin typeface="Times New Roman"/>
                <a:ea typeface="宋体"/>
              </a:rPr>
              <a:t>你！</a:t>
            </a:r>
            <a:endParaRPr lang="en-US" sz="4400" b="0" u="none" strike="noStrike">
              <a:solidFill>
                <a:srgbClr val="FFFF00"/>
              </a:solidFill>
              <a:effectLst/>
              <a:uFillTx/>
              <a:latin typeface="Times New Roman"/>
            </a:endParaRPr>
          </a:p>
        </p:txBody>
      </p:sp>
      <p:sp>
        <p:nvSpPr>
          <p:cNvPr id="19" name="PlaceHolder 2"/>
          <p:cNvSpPr>
            <a:spLocks noGrp="1"/>
          </p:cNvSpPr>
          <p:nvPr>
            <p:ph/>
          </p:nvPr>
        </p:nvSpPr>
        <p:spPr>
          <a:xfrm>
            <a:off x="380880" y="1143000"/>
            <a:ext cx="8763120" cy="4114800"/>
          </a:xfrm>
          <a:prstGeom prst="rect">
            <a:avLst/>
          </a:prstGeom>
          <a:noFill/>
          <a:ln w="0">
            <a:noFill/>
          </a:ln>
        </p:spPr>
        <p:txBody>
          <a:bodyPr lIns="91440" tIns="45720" rIns="91440" bIns="45720" anchor="t">
            <a:normAutofit fontScale="85000" lnSpcReduction="19999"/>
          </a:bodyPr>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学员介绍</a:t>
            </a: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姓名</a:t>
            </a: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所在国家，以及主要全国性地下水问题简述</a:t>
            </a: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工作单位</a:t>
            </a:r>
            <a:r>
              <a:rPr lang="en-US" sz="2400" b="0" u="none" strike="noStrike">
                <a:solidFill>
                  <a:srgbClr val="FFFFFF"/>
                </a:solidFill>
                <a:effectLst/>
                <a:uFillTx/>
                <a:latin typeface="Times New Roman"/>
                <a:ea typeface="宋体"/>
              </a:rPr>
              <a:t>/</a:t>
            </a:r>
            <a:r>
              <a:rPr lang="zh-CN" sz="2400" b="0" u="none" strike="noStrike">
                <a:solidFill>
                  <a:srgbClr val="FFFFFF"/>
                </a:solidFill>
                <a:effectLst/>
                <a:uFillTx/>
                <a:latin typeface="Times New Roman"/>
                <a:ea typeface="宋体"/>
              </a:rPr>
              <a:t>学校</a:t>
            </a: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地下水建模经验</a:t>
            </a: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反演方法</a:t>
            </a: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统计学</a:t>
            </a: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图形界面使用经验</a:t>
            </a:r>
            <a:r>
              <a:rPr lang="en-US" sz="2400" b="0" u="none" strike="noStrike">
                <a:solidFill>
                  <a:srgbClr val="FFFFFF"/>
                </a:solidFill>
                <a:effectLst/>
                <a:uFillTx/>
                <a:latin typeface="Times New Roman"/>
                <a:ea typeface="宋体"/>
              </a:rPr>
              <a:t>/</a:t>
            </a:r>
            <a:r>
              <a:rPr lang="zh-CN" sz="2400" b="0" u="none" strike="noStrike">
                <a:solidFill>
                  <a:srgbClr val="FFFFFF"/>
                </a:solidFill>
                <a:effectLst/>
                <a:uFillTx/>
                <a:latin typeface="Times New Roman"/>
                <a:ea typeface="宋体"/>
              </a:rPr>
              <a:t>偏好</a:t>
            </a: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你希望从本课程中获得什么？</a:t>
            </a:r>
            <a:endParaRPr lang="en-US" sz="2400" b="0" u="none" strike="noStrike">
              <a:solidFill>
                <a:srgbClr val="FFFFFF"/>
              </a:solidFill>
              <a:effectLst/>
              <a:uFillTx/>
              <a:latin typeface="Times New Roman"/>
            </a:endParaRPr>
          </a:p>
          <a:p>
            <a:pPr marL="343080" indent="-343080" algn="l">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你计划把这些方法应用到哪些建模项目中？</a:t>
            </a:r>
            <a:endParaRPr lang="en-US" sz="24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685800" y="-360"/>
            <a:ext cx="7772400" cy="76212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FFFF00"/>
                </a:solidFill>
                <a:effectLst/>
                <a:uFillTx/>
                <a:latin typeface="Times New Roman"/>
                <a:ea typeface="宋体"/>
              </a:rPr>
              <a:t>课程使用的主要文档</a:t>
            </a:r>
            <a:endParaRPr lang="en-US" sz="3200" b="0" u="none" strike="noStrike">
              <a:solidFill>
                <a:srgbClr val="FFFF00"/>
              </a:solidFill>
              <a:effectLst/>
              <a:uFillTx/>
              <a:latin typeface="Times New Roman"/>
            </a:endParaRPr>
          </a:p>
        </p:txBody>
      </p:sp>
      <p:sp>
        <p:nvSpPr>
          <p:cNvPr id="21" name="Text Box 3"/>
          <p:cNvSpPr/>
          <p:nvPr/>
        </p:nvSpPr>
        <p:spPr>
          <a:xfrm>
            <a:off x="0" y="1752480"/>
            <a:ext cx="9144000" cy="192276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FFFF00"/>
                </a:solidFill>
                <a:effectLst/>
                <a:uFillTx/>
                <a:latin typeface="Times New Roman"/>
                <a:ea typeface="宋体"/>
              </a:rPr>
              <a:t>《</a:t>
            </a:r>
            <a:r>
              <a:rPr lang="zh-CN" sz="2400" b="1" i="1" u="none" strike="noStrike">
                <a:solidFill>
                  <a:srgbClr val="FFFF00"/>
                </a:solidFill>
                <a:effectLst/>
                <a:uFillTx/>
                <a:latin typeface="Times New Roman"/>
                <a:ea typeface="宋体"/>
              </a:rPr>
              <a:t>有效地下水模型校准：数据、敏感性、预测与不确定性分析</a:t>
            </a:r>
            <a:r>
              <a:rPr lang="en-US" sz="2400" b="1" i="1" u="none" strike="noStrike">
                <a:solidFill>
                  <a:srgbClr val="FFFF00"/>
                </a:solidFill>
                <a:effectLst/>
                <a:uFillTx/>
                <a:latin typeface="Times New Roman"/>
                <a:ea typeface="宋体"/>
              </a:rPr>
              <a:t>》</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i="1" u="none" strike="noStrike">
                <a:solidFill>
                  <a:srgbClr val="FFFF00"/>
                </a:solidFill>
                <a:effectLst/>
                <a:uFillTx/>
                <a:latin typeface="Times New Roman"/>
                <a:ea typeface="宋体"/>
              </a:rPr>
              <a:t>（</a:t>
            </a:r>
            <a:r>
              <a:rPr lang="en-US" sz="2400" b="1" i="1" u="none" strike="noStrike">
                <a:solidFill>
                  <a:srgbClr val="FFFF00"/>
                </a:solidFill>
                <a:effectLst/>
                <a:uFillTx/>
                <a:latin typeface="Times New Roman"/>
                <a:ea typeface="宋体"/>
              </a:rPr>
              <a:t>Hill </a:t>
            </a:r>
            <a:r>
              <a:rPr lang="zh-CN" sz="2400" b="1" i="1" u="none" strike="noStrike">
                <a:solidFill>
                  <a:srgbClr val="FFFF00"/>
                </a:solidFill>
                <a:effectLst/>
                <a:uFillTx/>
                <a:latin typeface="Times New Roman"/>
                <a:ea typeface="宋体"/>
              </a:rPr>
              <a:t>和 </a:t>
            </a:r>
            <a:r>
              <a:rPr lang="en-US" sz="2400" b="1" i="1" u="none" strike="noStrike">
                <a:solidFill>
                  <a:srgbClr val="FFFF00"/>
                </a:solidFill>
                <a:effectLst/>
                <a:uFillTx/>
                <a:latin typeface="Times New Roman"/>
                <a:ea typeface="宋体"/>
              </a:rPr>
              <a:t>Tiedeman</a:t>
            </a:r>
            <a:r>
              <a:rPr lang="zh-CN" sz="2400" b="1" i="1" u="none" strike="noStrike">
                <a:solidFill>
                  <a:srgbClr val="FFFF00"/>
                </a:solidFill>
                <a:effectLst/>
                <a:uFillTx/>
                <a:latin typeface="Times New Roman"/>
                <a:ea typeface="宋体"/>
              </a:rPr>
              <a:t>，</a:t>
            </a:r>
            <a:r>
              <a:rPr lang="en-US" sz="2400" b="1" i="1" u="none" strike="noStrike">
                <a:solidFill>
                  <a:srgbClr val="FFFF00"/>
                </a:solidFill>
                <a:effectLst/>
                <a:uFillTx/>
                <a:latin typeface="Times New Roman"/>
                <a:ea typeface="宋体"/>
              </a:rPr>
              <a:t>2007</a:t>
            </a:r>
            <a:r>
              <a:rPr lang="zh-CN" sz="2400" b="1" i="1" u="none" strike="noStrike">
                <a:solidFill>
                  <a:srgbClr val="FFFF00"/>
                </a:solidFill>
                <a:effectLst/>
                <a:uFillTx/>
                <a:latin typeface="Times New Roman"/>
                <a:ea typeface="宋体"/>
              </a:rPr>
              <a:t>，</a:t>
            </a:r>
            <a:r>
              <a:rPr lang="en-US" sz="2400" b="1" i="1" u="none" strike="noStrike">
                <a:solidFill>
                  <a:srgbClr val="FFFF00"/>
                </a:solidFill>
                <a:effectLst/>
                <a:uFillTx/>
                <a:latin typeface="Times New Roman"/>
                <a:ea typeface="宋体"/>
              </a:rPr>
              <a:t>Wiley</a:t>
            </a:r>
            <a:r>
              <a:rPr lang="zh-CN" sz="2400" b="1" i="1" u="none" strike="noStrike">
                <a:solidFill>
                  <a:srgbClr val="FFFF00"/>
                </a:solidFill>
                <a:effectLst/>
                <a:uFillTx/>
                <a:latin typeface="Times New Roman"/>
                <a:ea typeface="宋体"/>
              </a:rPr>
              <a:t>）。</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i="1" u="none" strike="noStrike">
                <a:solidFill>
                  <a:srgbClr val="FFFF00"/>
                </a:solidFill>
                <a:effectLst/>
                <a:uFillTx/>
                <a:latin typeface="Times New Roman"/>
                <a:ea typeface="宋体"/>
              </a:rPr>
              <a:t>MODFLOW-2005</a:t>
            </a:r>
            <a:r>
              <a:rPr lang="zh-CN" sz="2400" b="1" i="1" u="none" strike="noStrike">
                <a:solidFill>
                  <a:srgbClr val="FFFF00"/>
                </a:solidFill>
                <a:effectLst/>
                <a:uFillTx/>
                <a:latin typeface="Times New Roman"/>
                <a:ea typeface="宋体"/>
              </a:rPr>
              <a:t>、</a:t>
            </a:r>
            <a:r>
              <a:rPr lang="en-US" sz="2400" b="1" i="1" u="none" strike="noStrike">
                <a:solidFill>
                  <a:srgbClr val="FFFF00"/>
                </a:solidFill>
                <a:effectLst/>
                <a:uFillTx/>
                <a:latin typeface="Times New Roman"/>
                <a:ea typeface="宋体"/>
              </a:rPr>
              <a:t>MODPATH</a:t>
            </a:r>
            <a:r>
              <a:rPr lang="zh-CN" sz="2400" b="1" i="1" u="none" strike="noStrike">
                <a:solidFill>
                  <a:srgbClr val="FFFF00"/>
                </a:solidFill>
                <a:effectLst/>
                <a:uFillTx/>
                <a:latin typeface="Times New Roman"/>
                <a:ea typeface="宋体"/>
              </a:rPr>
              <a:t>、</a:t>
            </a:r>
            <a:r>
              <a:rPr lang="en-US" sz="2400" b="1" i="1" u="none" strike="noStrike">
                <a:solidFill>
                  <a:srgbClr val="FFFF00"/>
                </a:solidFill>
                <a:effectLst/>
                <a:uFillTx/>
                <a:latin typeface="Times New Roman"/>
                <a:ea typeface="宋体"/>
              </a:rPr>
              <a:t>UCODE_2005</a:t>
            </a:r>
            <a:r>
              <a:rPr lang="zh-CN" sz="2400" b="1" i="1" u="none" strike="noStrike">
                <a:solidFill>
                  <a:srgbClr val="FFFF00"/>
                </a:solidFill>
                <a:effectLst/>
                <a:uFillTx/>
                <a:latin typeface="Times New Roman"/>
                <a:ea typeface="宋体"/>
              </a:rPr>
              <a:t>、</a:t>
            </a:r>
            <a:r>
              <a:rPr lang="en-US" sz="2400" b="1" i="1" u="none" strike="noStrike">
                <a:solidFill>
                  <a:srgbClr val="FFFF00"/>
                </a:solidFill>
                <a:effectLst/>
                <a:uFillTx/>
                <a:latin typeface="Times New Roman"/>
                <a:ea typeface="宋体"/>
              </a:rPr>
              <a:t>OPR-PPR</a:t>
            </a:r>
            <a:r>
              <a:rPr lang="zh-CN" sz="2400" b="1" i="1" u="none" strike="noStrike">
                <a:solidFill>
                  <a:srgbClr val="FFFF00"/>
                </a:solidFill>
                <a:effectLst/>
                <a:uFillTx/>
                <a:latin typeface="Times New Roman"/>
                <a:ea typeface="宋体"/>
              </a:rPr>
              <a:t>、</a:t>
            </a:r>
            <a:r>
              <a:rPr lang="en-US" sz="2400" b="1" i="1" u="none" strike="noStrike">
                <a:solidFill>
                  <a:srgbClr val="FFFF00"/>
                </a:solidFill>
                <a:effectLst/>
                <a:uFillTx/>
                <a:latin typeface="Times New Roman"/>
                <a:ea typeface="宋体"/>
              </a:rPr>
              <a:t>MMA</a:t>
            </a:r>
            <a:r>
              <a:rPr lang="zh-CN" sz="2400" b="1" i="1" u="none" strike="noStrike">
                <a:solidFill>
                  <a:srgbClr val="FFFF00"/>
                </a:solidFill>
                <a:effectLst/>
                <a:uFillTx/>
                <a:latin typeface="Times New Roman"/>
                <a:ea typeface="宋体"/>
              </a:rPr>
              <a:t>、</a:t>
            </a:r>
            <a:r>
              <a:rPr lang="en-US" sz="2400" b="1" i="1" u="none" strike="noStrike">
                <a:solidFill>
                  <a:srgbClr val="FFFF00"/>
                </a:solidFill>
                <a:effectLst/>
                <a:uFillTx/>
                <a:latin typeface="Times New Roman"/>
                <a:ea typeface="宋体"/>
              </a:rPr>
              <a:t>PEST </a:t>
            </a:r>
            <a:r>
              <a:rPr lang="zh-CN" sz="2400" b="1" i="1" u="none" strike="noStrike">
                <a:solidFill>
                  <a:srgbClr val="FFFF00"/>
                </a:solidFill>
                <a:effectLst/>
                <a:uFillTx/>
                <a:latin typeface="Times New Roman"/>
                <a:ea typeface="宋体"/>
              </a:rPr>
              <a:t>的程序文档</a:t>
            </a:r>
            <a:endParaRPr lang="en-US" sz="24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155880"/>
            <a:ext cx="7772400" cy="84132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1" u="none" strike="noStrike">
                <a:solidFill>
                  <a:srgbClr val="FFFF00"/>
                </a:solidFill>
                <a:effectLst/>
                <a:uFillTx/>
                <a:latin typeface="Times New Roman"/>
                <a:ea typeface="宋体"/>
              </a:rPr>
              <a:t>计算机软件</a:t>
            </a:r>
            <a:endParaRPr lang="en-US" sz="4400" b="0" u="none" strike="noStrike">
              <a:solidFill>
                <a:srgbClr val="FFFF00"/>
              </a:solidFill>
              <a:effectLst/>
              <a:uFillTx/>
              <a:latin typeface="Times New Roman"/>
            </a:endParaRPr>
          </a:p>
        </p:txBody>
      </p:sp>
      <p:sp>
        <p:nvSpPr>
          <p:cNvPr id="23" name="PlaceHolder 2"/>
          <p:cNvSpPr>
            <a:spLocks noGrp="1"/>
          </p:cNvSpPr>
          <p:nvPr>
            <p:ph/>
          </p:nvPr>
        </p:nvSpPr>
        <p:spPr>
          <a:xfrm>
            <a:off x="0" y="761760"/>
            <a:ext cx="9144000" cy="6172200"/>
          </a:xfrm>
          <a:prstGeom prst="rect">
            <a:avLst/>
          </a:prstGeom>
          <a:noFill/>
          <a:ln w="0">
            <a:noFill/>
          </a:ln>
        </p:spPr>
        <p:txBody>
          <a:bodyPr lIns="91440" tIns="45720" rIns="91440" bIns="45720" anchor="t">
            <a:normAutofit lnSpcReduction="9999"/>
          </a:bodyPr>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300" b="0" u="none" strike="noStrike">
                <a:solidFill>
                  <a:srgbClr val="FFFFFF"/>
                </a:solidFill>
                <a:effectLst/>
                <a:uFillTx/>
                <a:latin typeface="Times New Roman"/>
                <a:ea typeface="宋体"/>
              </a:rPr>
              <a:t>使用 </a:t>
            </a:r>
            <a:r>
              <a:rPr lang="en-US" sz="2300" b="0" u="none" strike="noStrike">
                <a:solidFill>
                  <a:srgbClr val="FFFFFF"/>
                </a:solidFill>
                <a:effectLst/>
                <a:uFillTx/>
                <a:latin typeface="Times New Roman"/>
                <a:ea typeface="宋体"/>
              </a:rPr>
              <a:t>UCODE_2005 </a:t>
            </a:r>
            <a:r>
              <a:rPr lang="zh-CN" sz="2300" b="0" u="none" strike="noStrike">
                <a:solidFill>
                  <a:srgbClr val="FFFFFF"/>
                </a:solidFill>
                <a:effectLst/>
                <a:uFillTx/>
                <a:latin typeface="Times New Roman"/>
                <a:ea typeface="宋体"/>
              </a:rPr>
              <a:t>进行参数估计</a:t>
            </a: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300" b="0" u="none" strike="noStrike">
                <a:solidFill>
                  <a:srgbClr val="FFFFFF"/>
                </a:solidFill>
                <a:effectLst/>
                <a:uFillTx/>
                <a:latin typeface="Times New Roman"/>
                <a:ea typeface="宋体"/>
              </a:rPr>
              <a:t>本课程提供使用 </a:t>
            </a:r>
            <a:r>
              <a:rPr lang="en-US" sz="2300" b="0" u="none" strike="noStrike">
                <a:solidFill>
                  <a:srgbClr val="FFFFFF"/>
                </a:solidFill>
                <a:effectLst/>
                <a:uFillTx/>
                <a:latin typeface="Times New Roman"/>
                <a:ea typeface="宋体"/>
              </a:rPr>
              <a:t>MODFLOW-2000</a:t>
            </a:r>
            <a:r>
              <a:rPr lang="zh-CN" sz="2300" b="0" u="none" strike="noStrike">
                <a:solidFill>
                  <a:srgbClr val="FFFFFF"/>
                </a:solidFill>
                <a:effectLst/>
                <a:uFillTx/>
                <a:latin typeface="Times New Roman"/>
                <a:ea typeface="宋体"/>
              </a:rPr>
              <a:t>、</a:t>
            </a:r>
            <a:r>
              <a:rPr lang="en-US" sz="2300" b="0" u="none" strike="noStrike">
                <a:solidFill>
                  <a:srgbClr val="FFFFFF"/>
                </a:solidFill>
                <a:effectLst/>
                <a:uFillTx/>
                <a:latin typeface="Times New Roman"/>
                <a:ea typeface="宋体"/>
              </a:rPr>
              <a:t>UCODE_2005</a:t>
            </a:r>
            <a:r>
              <a:rPr lang="zh-CN" sz="2300" b="0" u="none" strike="noStrike">
                <a:solidFill>
                  <a:srgbClr val="FFFFFF"/>
                </a:solidFill>
                <a:effectLst/>
                <a:uFillTx/>
                <a:latin typeface="Times New Roman"/>
                <a:ea typeface="宋体"/>
              </a:rPr>
              <a:t>、</a:t>
            </a:r>
            <a:r>
              <a:rPr lang="en-US" sz="2300" b="0" u="none" strike="noStrike">
                <a:solidFill>
                  <a:srgbClr val="FFFFFF"/>
                </a:solidFill>
                <a:effectLst/>
                <a:uFillTx/>
                <a:latin typeface="Times New Roman"/>
                <a:ea typeface="宋体"/>
              </a:rPr>
              <a:t>PEST</a:t>
            </a:r>
            <a:r>
              <a:rPr lang="zh-CN" sz="2300" b="0" u="none" strike="noStrike">
                <a:solidFill>
                  <a:srgbClr val="FFFFFF"/>
                </a:solidFill>
                <a:effectLst/>
                <a:uFillTx/>
                <a:latin typeface="Times New Roman"/>
                <a:ea typeface="宋体"/>
              </a:rPr>
              <a:t>、</a:t>
            </a:r>
            <a:r>
              <a:rPr lang="en-US" sz="2300" b="0" u="none" strike="noStrike">
                <a:solidFill>
                  <a:srgbClr val="FFFFFF"/>
                </a:solidFill>
                <a:effectLst/>
                <a:uFillTx/>
                <a:latin typeface="Times New Roman"/>
                <a:ea typeface="宋体"/>
              </a:rPr>
              <a:t>OSTRICH </a:t>
            </a:r>
            <a:r>
              <a:rPr lang="zh-CN" sz="2300" b="0" u="none" strike="noStrike">
                <a:solidFill>
                  <a:srgbClr val="FFFFFF"/>
                </a:solidFill>
                <a:effectLst/>
                <a:uFillTx/>
                <a:latin typeface="Times New Roman"/>
                <a:ea typeface="宋体"/>
              </a:rPr>
              <a:t>或其他反演建模代码所需的大部分背景知识</a:t>
            </a:r>
            <a:endParaRPr lang="en-US" sz="2300" b="0" u="none" strike="noStrike">
              <a:solidFill>
                <a:srgbClr val="FFFFFF"/>
              </a:solidFill>
              <a:effectLst/>
              <a:uFillTx/>
              <a:latin typeface="Times New Roman"/>
            </a:endParaRPr>
          </a:p>
          <a:p>
            <a:pPr marL="343080" indent="0" algn="l">
              <a:lnSpc>
                <a:spcPct val="80000"/>
              </a:lnSpc>
              <a:spcBef>
                <a:spcPts val="575"/>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MODFLOW2005</a:t>
            </a: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 USGS </a:t>
            </a:r>
            <a:r>
              <a:rPr lang="zh-CN" sz="2300" b="0" u="none" strike="noStrike">
                <a:solidFill>
                  <a:srgbClr val="FFFFFF"/>
                </a:solidFill>
                <a:effectLst/>
                <a:uFillTx/>
                <a:latin typeface="Times New Roman"/>
                <a:ea typeface="宋体"/>
              </a:rPr>
              <a:t>三维、瞬态地下水流计算程序</a:t>
            </a:r>
            <a:endParaRPr lang="en-US" sz="2300" b="0" u="none" strike="noStrike">
              <a:solidFill>
                <a:srgbClr val="FFFFFF"/>
              </a:solidFill>
              <a:effectLst/>
              <a:uFillTx/>
              <a:latin typeface="Times New Roman"/>
            </a:endParaRPr>
          </a:p>
          <a:p>
            <a:pPr marL="343080" indent="0" algn="l">
              <a:lnSpc>
                <a:spcPct val="80000"/>
              </a:lnSpc>
              <a:spcBef>
                <a:spcPts val="575"/>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UCODE-2005</a:t>
            </a:r>
            <a:r>
              <a:rPr lang="zh-CN" sz="2300" b="0" u="none" strike="noStrike">
                <a:solidFill>
                  <a:srgbClr val="FFFFFF"/>
                </a:solidFill>
                <a:effectLst/>
                <a:uFillTx/>
                <a:latin typeface="Times New Roman"/>
                <a:ea typeface="宋体"/>
              </a:rPr>
              <a:t>：</a:t>
            </a: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 USGS </a:t>
            </a:r>
            <a:r>
              <a:rPr lang="zh-CN" sz="2300" b="0" u="none" strike="noStrike">
                <a:solidFill>
                  <a:srgbClr val="FFFFFF"/>
                </a:solidFill>
                <a:effectLst/>
                <a:uFillTx/>
                <a:latin typeface="Times New Roman"/>
                <a:ea typeface="宋体"/>
              </a:rPr>
              <a:t>通用反演建模代码</a:t>
            </a: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 </a:t>
            </a:r>
            <a:r>
              <a:rPr lang="zh-CN" sz="2300" b="0" u="none" strike="noStrike">
                <a:solidFill>
                  <a:srgbClr val="FFFFFF"/>
                </a:solidFill>
                <a:effectLst/>
                <a:uFillTx/>
                <a:latin typeface="Times New Roman"/>
                <a:ea typeface="宋体"/>
              </a:rPr>
              <a:t>使用 </a:t>
            </a:r>
            <a:r>
              <a:rPr lang="en-US" sz="2300" b="0" u="none" strike="noStrike">
                <a:solidFill>
                  <a:srgbClr val="FFFFFF"/>
                </a:solidFill>
                <a:effectLst/>
                <a:uFillTx/>
                <a:latin typeface="Times New Roman"/>
                <a:ea typeface="宋体"/>
              </a:rPr>
              <a:t>JUPITER API </a:t>
            </a:r>
            <a:r>
              <a:rPr lang="zh-CN" sz="2300" b="0" u="none" strike="noStrike">
                <a:solidFill>
                  <a:srgbClr val="FFFFFF"/>
                </a:solidFill>
                <a:effectLst/>
                <a:uFillTx/>
                <a:latin typeface="Times New Roman"/>
                <a:ea typeface="宋体"/>
              </a:rPr>
              <a:t>构建</a:t>
            </a: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 </a:t>
            </a:r>
            <a:r>
              <a:rPr lang="zh-CN" sz="2300" b="0" u="none" strike="noStrike">
                <a:solidFill>
                  <a:srgbClr val="FFFFFF"/>
                </a:solidFill>
                <a:effectLst/>
                <a:uFillTx/>
                <a:latin typeface="Times New Roman"/>
                <a:ea typeface="宋体"/>
              </a:rPr>
              <a:t>可与任何模型配合使用</a:t>
            </a: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 </a:t>
            </a:r>
            <a:r>
              <a:rPr lang="zh-CN" sz="2300" b="0" u="none" strike="noStrike">
                <a:solidFill>
                  <a:srgbClr val="FFFFFF"/>
                </a:solidFill>
                <a:effectLst/>
                <a:uFillTx/>
                <a:latin typeface="Times New Roman"/>
                <a:ea typeface="宋体"/>
              </a:rPr>
              <a:t>若与扰动敏感性结合使用，其影响见 </a:t>
            </a:r>
            <a:r>
              <a:rPr lang="en-US" sz="2300" b="0" u="none" strike="noStrike">
                <a:solidFill>
                  <a:srgbClr val="FFFFFF"/>
                </a:solidFill>
                <a:effectLst/>
                <a:uFillTx/>
                <a:latin typeface="Times New Roman"/>
                <a:ea typeface="宋体"/>
              </a:rPr>
              <a:t>Hill </a:t>
            </a:r>
            <a:r>
              <a:rPr lang="zh-CN" sz="2300" b="0" u="none" strike="noStrike">
                <a:solidFill>
                  <a:srgbClr val="FFFFFF"/>
                </a:solidFill>
                <a:effectLst/>
                <a:uFillTx/>
                <a:latin typeface="Times New Roman"/>
                <a:ea typeface="宋体"/>
              </a:rPr>
              <a:t>和 </a:t>
            </a:r>
            <a:r>
              <a:rPr lang="en-US" sz="2300" b="0" u="none" strike="noStrike">
                <a:solidFill>
                  <a:srgbClr val="FFFFFF"/>
                </a:solidFill>
                <a:effectLst/>
                <a:uFillTx/>
                <a:latin typeface="Times New Roman"/>
                <a:ea typeface="宋体"/>
              </a:rPr>
              <a:t>Osterby</a:t>
            </a:r>
            <a:r>
              <a:rPr lang="zh-CN" sz="2300" b="0" u="none" strike="noStrike">
                <a:solidFill>
                  <a:srgbClr val="FFFFFF"/>
                </a:solidFill>
                <a:effectLst/>
                <a:uFillTx/>
                <a:latin typeface="Times New Roman"/>
                <a:ea typeface="宋体"/>
              </a:rPr>
              <a:t>（</a:t>
            </a:r>
            <a:r>
              <a:rPr lang="en-US" sz="2300" b="0" u="none" strike="noStrike">
                <a:solidFill>
                  <a:srgbClr val="FFFFFF"/>
                </a:solidFill>
                <a:effectLst/>
                <a:uFillTx/>
                <a:latin typeface="Times New Roman"/>
                <a:ea typeface="宋体"/>
              </a:rPr>
              <a:t>2003</a:t>
            </a:r>
            <a:r>
              <a:rPr lang="zh-CN" sz="2300" b="0" u="none" strike="noStrike">
                <a:solidFill>
                  <a:srgbClr val="FFFFFF"/>
                </a:solidFill>
                <a:effectLst/>
                <a:uFillTx/>
                <a:latin typeface="Times New Roman"/>
                <a:ea typeface="宋体"/>
              </a:rPr>
              <a:t>）、</a:t>
            </a:r>
            <a:r>
              <a:rPr lang="en-US" sz="2300" b="0" u="none" strike="noStrike">
                <a:solidFill>
                  <a:srgbClr val="FFFFFF"/>
                </a:solidFill>
                <a:effectLst/>
                <a:uFillTx/>
                <a:latin typeface="Times New Roman"/>
                <a:ea typeface="宋体"/>
              </a:rPr>
              <a:t>Mehl </a:t>
            </a:r>
            <a:r>
              <a:rPr lang="zh-CN" sz="2300" b="0" u="none" strike="noStrike">
                <a:solidFill>
                  <a:srgbClr val="FFFFFF"/>
                </a:solidFill>
                <a:effectLst/>
                <a:uFillTx/>
                <a:latin typeface="Times New Roman"/>
                <a:ea typeface="宋体"/>
              </a:rPr>
              <a:t>和 </a:t>
            </a:r>
            <a:r>
              <a:rPr lang="en-US" sz="2300" b="0" u="none" strike="noStrike">
                <a:solidFill>
                  <a:srgbClr val="FFFFFF"/>
                </a:solidFill>
                <a:effectLst/>
                <a:uFillTx/>
                <a:latin typeface="Times New Roman"/>
                <a:ea typeface="宋体"/>
              </a:rPr>
              <a:t>Hill</a:t>
            </a:r>
            <a:r>
              <a:rPr lang="zh-CN" sz="2300" b="0" u="none" strike="noStrike">
                <a:solidFill>
                  <a:srgbClr val="FFFFFF"/>
                </a:solidFill>
                <a:effectLst/>
                <a:uFillTx/>
                <a:latin typeface="Times New Roman"/>
                <a:ea typeface="宋体"/>
              </a:rPr>
              <a:t>（</a:t>
            </a:r>
            <a:r>
              <a:rPr lang="en-US" sz="2300" b="0" u="none" strike="noStrike">
                <a:solidFill>
                  <a:srgbClr val="FFFFFF"/>
                </a:solidFill>
                <a:effectLst/>
                <a:uFillTx/>
                <a:latin typeface="Times New Roman"/>
                <a:ea typeface="宋体"/>
              </a:rPr>
              <a:t>2002</a:t>
            </a:r>
            <a:r>
              <a:rPr lang="zh-CN" sz="2300" b="0" u="none" strike="noStrike">
                <a:solidFill>
                  <a:srgbClr val="FFFFFF"/>
                </a:solidFill>
                <a:effectLst/>
                <a:uFillTx/>
                <a:latin typeface="Times New Roman"/>
                <a:ea typeface="宋体"/>
              </a:rPr>
              <a:t>）</a:t>
            </a: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 </a:t>
            </a:r>
            <a:r>
              <a:rPr lang="zh-CN" sz="2300" b="0" u="none" strike="noStrike">
                <a:solidFill>
                  <a:srgbClr val="FFFFFF"/>
                </a:solidFill>
                <a:effectLst/>
                <a:uFillTx/>
                <a:latin typeface="Times New Roman"/>
                <a:ea typeface="宋体"/>
              </a:rPr>
              <a:t>参数估计方法由 </a:t>
            </a:r>
            <a:r>
              <a:rPr lang="en-US" sz="2300" b="0" u="none" strike="noStrike">
                <a:solidFill>
                  <a:srgbClr val="FFFFFF"/>
                </a:solidFill>
                <a:effectLst/>
                <a:uFillTx/>
                <a:latin typeface="Times New Roman"/>
                <a:ea typeface="宋体"/>
              </a:rPr>
              <a:t>MODFLOW-2000 </a:t>
            </a:r>
            <a:r>
              <a:rPr lang="zh-CN" sz="2300" b="0" u="none" strike="noStrike">
                <a:solidFill>
                  <a:srgbClr val="FFFFFF"/>
                </a:solidFill>
                <a:effectLst/>
                <a:uFillTx/>
                <a:latin typeface="Times New Roman"/>
                <a:ea typeface="宋体"/>
              </a:rPr>
              <a:t>中的方法扩展而来</a:t>
            </a:r>
            <a:endParaRPr lang="en-US" sz="2300" b="0" u="none" strike="noStrike">
              <a:solidFill>
                <a:srgbClr val="FFFFFF"/>
              </a:solidFill>
              <a:effectLst/>
              <a:uFillTx/>
              <a:latin typeface="Times New Roman"/>
            </a:endParaRPr>
          </a:p>
          <a:p>
            <a:pPr marL="343080" indent="0" algn="l">
              <a:lnSpc>
                <a:spcPct val="80000"/>
              </a:lnSpc>
              <a:spcBef>
                <a:spcPts val="575"/>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PEST - </a:t>
            </a:r>
            <a:r>
              <a:rPr lang="zh-CN" sz="2300" b="0" u="none" strike="noStrike">
                <a:solidFill>
                  <a:srgbClr val="FFFFFF"/>
                </a:solidFill>
                <a:effectLst/>
                <a:uFillTx/>
                <a:latin typeface="Times New Roman"/>
                <a:ea typeface="宋体"/>
              </a:rPr>
              <a:t>参数估计软件</a:t>
            </a: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 </a:t>
            </a:r>
            <a:r>
              <a:rPr lang="zh-CN" sz="2300" b="0" u="none" strike="noStrike">
                <a:solidFill>
                  <a:srgbClr val="FFFFFF"/>
                </a:solidFill>
                <a:effectLst/>
                <a:uFillTx/>
                <a:latin typeface="Times New Roman"/>
                <a:ea typeface="宋体"/>
              </a:rPr>
              <a:t>与 </a:t>
            </a:r>
            <a:r>
              <a:rPr lang="en-US" sz="2300" b="0" u="none" strike="noStrike">
                <a:solidFill>
                  <a:srgbClr val="FFFFFF"/>
                </a:solidFill>
                <a:effectLst/>
                <a:uFillTx/>
                <a:latin typeface="Times New Roman"/>
                <a:ea typeface="宋体"/>
              </a:rPr>
              <a:t>UCODE_2005 </a:t>
            </a:r>
            <a:r>
              <a:rPr lang="zh-CN" sz="2300" b="0" u="none" strike="noStrike">
                <a:solidFill>
                  <a:srgbClr val="FFFFFF"/>
                </a:solidFill>
                <a:effectLst/>
                <a:uFillTx/>
                <a:latin typeface="Times New Roman"/>
                <a:ea typeface="宋体"/>
              </a:rPr>
              <a:t>一样独立于模型</a:t>
            </a:r>
            <a:endParaRPr lang="en-US" sz="2300" b="0" u="none" strike="noStrike">
              <a:solidFill>
                <a:srgbClr val="FFFFFF"/>
              </a:solidFill>
              <a:effectLst/>
              <a:uFillTx/>
              <a:latin typeface="Times New Roman"/>
            </a:endParaRPr>
          </a:p>
          <a:p>
            <a:pPr marL="343080" indent="-343080" algn="l">
              <a:lnSpc>
                <a:spcPct val="80000"/>
              </a:lnSpc>
              <a:spcBef>
                <a:spcPts val="575"/>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300" b="0" u="none" strike="noStrike">
                <a:solidFill>
                  <a:srgbClr val="FFFFFF"/>
                </a:solidFill>
                <a:effectLst/>
                <a:uFillTx/>
                <a:latin typeface="Times New Roman"/>
                <a:ea typeface="宋体"/>
              </a:rPr>
              <a:t>- </a:t>
            </a:r>
            <a:r>
              <a:rPr lang="zh-CN" sz="2300" b="0" u="none" strike="noStrike">
                <a:solidFill>
                  <a:srgbClr val="FFFFFF"/>
                </a:solidFill>
                <a:effectLst/>
                <a:uFillTx/>
                <a:latin typeface="Times New Roman"/>
                <a:ea typeface="宋体"/>
              </a:rPr>
              <a:t>包含额外且非常有用的参数化和正则化能力</a:t>
            </a:r>
            <a:endParaRPr lang="en-US" sz="23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title"/>
          </p:nvPr>
        </p:nvSpPr>
        <p:spPr>
          <a:xfrm>
            <a:off x="685800" y="151920"/>
            <a:ext cx="77724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1" u="none" strike="noStrike">
                <a:solidFill>
                  <a:srgbClr val="FFFF00"/>
                </a:solidFill>
                <a:effectLst/>
                <a:uFillTx/>
                <a:latin typeface="Times New Roman"/>
                <a:ea typeface="宋体"/>
              </a:rPr>
              <a:t>视角</a:t>
            </a:r>
            <a:endParaRPr lang="en-US" sz="3200" b="0" u="none" strike="noStrike">
              <a:solidFill>
                <a:srgbClr val="FFFF00"/>
              </a:solidFill>
              <a:effectLst/>
              <a:uFillTx/>
              <a:latin typeface="Times New Roman"/>
            </a:endParaRPr>
          </a:p>
        </p:txBody>
      </p:sp>
      <p:sp>
        <p:nvSpPr>
          <p:cNvPr id="25" name="PlaceHolder 2"/>
          <p:cNvSpPr>
            <a:spLocks noGrp="1"/>
          </p:cNvSpPr>
          <p:nvPr>
            <p:ph/>
          </p:nvPr>
        </p:nvSpPr>
        <p:spPr>
          <a:xfrm>
            <a:off x="0" y="914040"/>
            <a:ext cx="9144000" cy="5791320"/>
          </a:xfrm>
          <a:prstGeom prst="rect">
            <a:avLst/>
          </a:prstGeom>
          <a:noFill/>
          <a:ln w="0">
            <a:noFill/>
          </a:ln>
        </p:spPr>
        <p:txBody>
          <a:bodyPr lIns="91440" tIns="45720" rIns="91440" bIns="45720" anchor="t">
            <a:normAutofit/>
          </a:bodyPr>
          <a:p>
            <a:pPr marL="343080" indent="-343080" algn="l">
              <a:lnSpc>
                <a:spcPct val="90000"/>
              </a:lnSpc>
              <a:spcBef>
                <a:spcPts val="7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这些方法和指南适用范围很广，但课程使用地下水建模案例进行讲解。</a:t>
            </a:r>
            <a:endParaRPr lang="en-US" sz="2800" b="0" u="none" strike="noStrike">
              <a:solidFill>
                <a:srgbClr val="FFFFFF"/>
              </a:solidFill>
              <a:effectLst/>
              <a:uFillTx/>
              <a:latin typeface="Times New Roman"/>
            </a:endParaRPr>
          </a:p>
          <a:p>
            <a:pPr marL="343080" indent="-343080" algn="l">
              <a:lnSpc>
                <a:spcPct val="90000"/>
              </a:lnSpc>
              <a:spcBef>
                <a:spcPts val="7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关于如何构建和使用模型，几乎有多少建模人员就有多少种观点。当前也有许多正在推进的标准化方法，用于规范地下水模型构建和使用。</a:t>
            </a:r>
            <a:endParaRPr lang="en-US" sz="2800" b="0" u="none" strike="noStrike">
              <a:solidFill>
                <a:srgbClr val="FFFFFF"/>
              </a:solidFill>
              <a:effectLst/>
              <a:uFillTx/>
              <a:latin typeface="Times New Roman"/>
            </a:endParaRPr>
          </a:p>
          <a:p>
            <a:pPr marL="343080" indent="-343080" algn="l">
              <a:lnSpc>
                <a:spcPct val="90000"/>
              </a:lnSpc>
              <a:spcBef>
                <a:spcPts val="7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没有一套方法和思想能在所有场景下都是最佳选择；但通过学习其中一套方法，你可以改进模型开发方式，并在遇到新的有用思想时具备灵活应用的能力。</a:t>
            </a:r>
            <a:endParaRPr lang="en-US" sz="2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p:nvPr>
        </p:nvSpPr>
        <p:spPr>
          <a:xfrm>
            <a:off x="228600" y="990720"/>
            <a:ext cx="8763120" cy="5867280"/>
          </a:xfrm>
          <a:prstGeom prst="rect">
            <a:avLst/>
          </a:prstGeom>
          <a:noFill/>
          <a:ln w="0">
            <a:noFill/>
          </a:ln>
        </p:spPr>
        <p:txBody>
          <a:bodyPr lIns="91440" tIns="45720" rIns="91440" bIns="45720" anchor="t">
            <a:normAutofit/>
          </a:bodyPr>
          <a:p>
            <a:pPr marL="343080" indent="-343080" algn="l">
              <a:lnSpc>
                <a:spcPct val="110000"/>
              </a:lnSpc>
              <a:spcBef>
                <a:spcPts val="799"/>
              </a:spcBef>
              <a:buClr>
                <a:srgbClr val="FFFF00"/>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1" u="none" strike="noStrike">
                <a:solidFill>
                  <a:srgbClr val="FFFF00"/>
                </a:solidFill>
                <a:effectLst/>
                <a:uFillTx/>
                <a:latin typeface="Times New Roman"/>
                <a:ea typeface="宋体"/>
              </a:rPr>
              <a:t>用于敏感性分析、数据评估、模型校准和模型不确定性评估的方法。这些方法利用模型在以下要素之间提供的定量联系：</a:t>
            </a:r>
            <a:endParaRPr lang="en-US" sz="3200" b="0" u="none" strike="noStrike">
              <a:solidFill>
                <a:srgbClr val="FFFFFF"/>
              </a:solidFill>
              <a:effectLst/>
              <a:uFillTx/>
              <a:latin typeface="Times New Roman"/>
            </a:endParaRPr>
          </a:p>
          <a:p>
            <a:pPr marL="343080" indent="-343080" algn="l">
              <a:lnSpc>
                <a:spcPct val="110000"/>
              </a:lnSpc>
              <a:spcBef>
                <a:spcPts val="799"/>
              </a:spcBef>
              <a:buClr>
                <a:srgbClr val="FFFF00"/>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1" u="none" strike="noStrike">
                <a:solidFill>
                  <a:srgbClr val="FFFF00"/>
                </a:solidFill>
                <a:effectLst/>
                <a:uFillTx/>
                <a:latin typeface="Times New Roman"/>
                <a:ea typeface="宋体"/>
              </a:rPr>
              <a:t>观测 </a:t>
            </a:r>
            <a:r>
              <a:rPr lang="en-US" sz="3200" b="1" u="none" strike="noStrike">
                <a:solidFill>
                  <a:srgbClr val="FFFF00"/>
                </a:solidFill>
                <a:effectLst/>
                <a:uFillTx/>
                <a:latin typeface="Times New Roman"/>
                <a:ea typeface="宋体"/>
              </a:rPr>
              <a:t>- </a:t>
            </a:r>
            <a:r>
              <a:rPr lang="zh-CN" sz="3200" b="1" u="none" strike="noStrike">
                <a:solidFill>
                  <a:srgbClr val="FFFF00"/>
                </a:solidFill>
                <a:effectLst/>
                <a:uFillTx/>
                <a:latin typeface="Times New Roman"/>
                <a:ea typeface="宋体"/>
              </a:rPr>
              <a:t>参数 </a:t>
            </a:r>
            <a:r>
              <a:rPr lang="en-US" sz="3200" b="1" u="none" strike="noStrike">
                <a:solidFill>
                  <a:srgbClr val="FFFF00"/>
                </a:solidFill>
                <a:effectLst/>
                <a:uFillTx/>
                <a:latin typeface="Times New Roman"/>
                <a:ea typeface="宋体"/>
              </a:rPr>
              <a:t>- </a:t>
            </a:r>
            <a:r>
              <a:rPr lang="zh-CN" sz="3200" b="1" u="none" strike="noStrike">
                <a:solidFill>
                  <a:srgbClr val="FFFF00"/>
                </a:solidFill>
                <a:effectLst/>
                <a:uFillTx/>
                <a:latin typeface="Times New Roman"/>
                <a:ea typeface="宋体"/>
              </a:rPr>
              <a:t>预测</a:t>
            </a:r>
            <a:endParaRPr lang="en-US" sz="3200" b="0" u="none" strike="noStrike">
              <a:solidFill>
                <a:srgbClr val="FFFFFF"/>
              </a:solidFill>
              <a:effectLst/>
              <a:uFillTx/>
              <a:latin typeface="Times New Roman"/>
            </a:endParaRPr>
          </a:p>
          <a:p>
            <a:pPr marL="343080" indent="0" algn="l">
              <a:lnSpc>
                <a:spcPct val="110000"/>
              </a:lnSpc>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FFFFFF"/>
              </a:solidFill>
              <a:effectLst/>
              <a:uFillTx/>
              <a:latin typeface="Times New Roman"/>
            </a:endParaRPr>
          </a:p>
          <a:p>
            <a:pPr marL="343080" indent="-343080" algn="l">
              <a:lnSpc>
                <a:spcPct val="110000"/>
              </a:lnSpc>
              <a:spcBef>
                <a:spcPts val="799"/>
              </a:spcBef>
              <a:buClr>
                <a:srgbClr val="FFFF00"/>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1" u="none" strike="noStrike">
                <a:solidFill>
                  <a:srgbClr val="FFFF00"/>
                </a:solidFill>
                <a:effectLst/>
                <a:uFillTx/>
                <a:latin typeface="Times New Roman"/>
                <a:ea typeface="宋体"/>
              </a:rPr>
              <a:t>课程还给出如何使用这些方法的指南，重点面向地下水模型应用。</a:t>
            </a:r>
            <a:endParaRPr lang="en-US" sz="3200" b="0" u="none" strike="noStrike">
              <a:solidFill>
                <a:srgbClr val="FFFFFF"/>
              </a:solidFill>
              <a:effectLst/>
              <a:uFillTx/>
              <a:latin typeface="Times New Roman"/>
            </a:endParaRPr>
          </a:p>
        </p:txBody>
      </p:sp>
      <p:sp>
        <p:nvSpPr>
          <p:cNvPr id="27" name="PlaceHolder 2"/>
          <p:cNvSpPr>
            <a:spLocks noGrp="1"/>
          </p:cNvSpPr>
          <p:nvPr>
            <p:ph type="title"/>
          </p:nvPr>
        </p:nvSpPr>
        <p:spPr>
          <a:xfrm>
            <a:off x="609480" y="152280"/>
            <a:ext cx="7772400" cy="60984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600" b="1" u="none" strike="noStrike">
                <a:solidFill>
                  <a:srgbClr val="FFFF66"/>
                </a:solidFill>
                <a:effectLst/>
                <a:uFillTx/>
                <a:latin typeface="Times New Roman"/>
                <a:ea typeface="宋体"/>
              </a:rPr>
              <a:t>课程目的</a:t>
            </a:r>
            <a:endParaRPr lang="en-US" sz="3600" b="0" u="none" strike="noStrik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685800" y="609120"/>
            <a:ext cx="77724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1" u="none" strike="noStrike">
                <a:solidFill>
                  <a:srgbClr val="FFFF00"/>
                </a:solidFill>
                <a:effectLst/>
                <a:uFillTx/>
                <a:latin typeface="Times New Roman"/>
                <a:ea typeface="宋体"/>
              </a:rPr>
              <a:t>地下水建模的主要步骤</a:t>
            </a:r>
            <a:endParaRPr lang="en-US" sz="4400" b="0" u="none" strike="noStrike">
              <a:solidFill>
                <a:srgbClr val="FFFF00"/>
              </a:solidFill>
              <a:effectLst/>
              <a:uFillTx/>
              <a:latin typeface="Times New Roman"/>
            </a:endParaRPr>
          </a:p>
        </p:txBody>
      </p:sp>
      <p:sp>
        <p:nvSpPr>
          <p:cNvPr id="29" name="Rectangle 3"/>
          <p:cNvSpPr/>
          <p:nvPr/>
        </p:nvSpPr>
        <p:spPr>
          <a:xfrm>
            <a:off x="368280" y="2068560"/>
            <a:ext cx="5181480" cy="82548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marL="343080" indent="-343080"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ea typeface="宋体"/>
              </a:rPr>
              <a:t>水文与水文地质数据</a:t>
            </a:r>
            <a:endParaRPr lang="en-US" sz="2400" b="0" u="none" strike="noStrike">
              <a:solidFill>
                <a:srgbClr val="FFFFFF"/>
              </a:solidFill>
              <a:effectLst/>
              <a:uFillTx/>
              <a:latin typeface="Times New Roman"/>
            </a:endParaRPr>
          </a:p>
          <a:p>
            <a:pPr marL="343080" indent="-343080"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ea typeface="宋体"/>
              </a:rPr>
              <a:t>关联到模型输入</a:t>
            </a:r>
            <a:endParaRPr lang="en-US" sz="2400" b="0" u="none" strike="noStrike">
              <a:solidFill>
                <a:srgbClr val="FFFFFF"/>
              </a:solidFill>
              <a:effectLst/>
              <a:uFillTx/>
              <a:latin typeface="Times New Roman"/>
            </a:endParaRPr>
          </a:p>
        </p:txBody>
      </p:sp>
      <p:sp>
        <p:nvSpPr>
          <p:cNvPr id="30" name="Rectangle 4"/>
          <p:cNvSpPr/>
          <p:nvPr/>
        </p:nvSpPr>
        <p:spPr>
          <a:xfrm>
            <a:off x="3797280" y="3135240"/>
            <a:ext cx="5105520" cy="82548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marL="343080" indent="-343080"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ea typeface="宋体"/>
              </a:rPr>
              <a:t>因变量观测</a:t>
            </a:r>
            <a:endParaRPr lang="en-US" sz="2400" b="0" u="none" strike="noStrike">
              <a:solidFill>
                <a:srgbClr val="FFFFFF"/>
              </a:solidFill>
              <a:effectLst/>
              <a:uFillTx/>
              <a:latin typeface="Times New Roman"/>
            </a:endParaRPr>
          </a:p>
          <a:p>
            <a:pPr marL="343080" indent="-343080"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ea typeface="宋体"/>
              </a:rPr>
              <a:t>关联到模型输出 </a:t>
            </a:r>
            <a:r>
              <a:rPr lang="en-US" sz="2400" b="1" u="none" strike="noStrike">
                <a:solidFill>
                  <a:srgbClr val="000000"/>
                </a:solidFill>
                <a:effectLst/>
                <a:uFillTx/>
                <a:latin typeface="Times New Roman"/>
                <a:ea typeface="宋体"/>
              </a:rPr>
              <a:t>- </a:t>
            </a:r>
            <a:r>
              <a:rPr lang="zh-CN" sz="2400" b="1" u="none" strike="noStrike">
                <a:solidFill>
                  <a:srgbClr val="000000"/>
                </a:solidFill>
                <a:effectLst/>
                <a:uFillTx/>
                <a:latin typeface="Times New Roman"/>
                <a:ea typeface="宋体"/>
              </a:rPr>
              <a:t>校准</a:t>
            </a:r>
            <a:endParaRPr lang="en-US" sz="2400" b="0" u="none" strike="noStrike">
              <a:solidFill>
                <a:srgbClr val="FFFFFF"/>
              </a:solidFill>
              <a:effectLst/>
              <a:uFillTx/>
              <a:latin typeface="Times New Roman"/>
            </a:endParaRPr>
          </a:p>
        </p:txBody>
      </p:sp>
      <p:sp>
        <p:nvSpPr>
          <p:cNvPr id="31" name="Text Box 5"/>
          <p:cNvSpPr/>
          <p:nvPr/>
        </p:nvSpPr>
        <p:spPr>
          <a:xfrm>
            <a:off x="368280" y="3135240"/>
            <a:ext cx="2895480" cy="45972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algn="ct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00000"/>
                </a:solidFill>
                <a:effectLst/>
                <a:uFillTx/>
                <a:latin typeface="Times New Roman"/>
                <a:ea typeface="宋体"/>
              </a:rPr>
              <a:t>地下水模型 </a:t>
            </a:r>
            <a:r>
              <a:rPr lang="en-US" sz="2400" b="0" u="none" strike="noStrike">
                <a:solidFill>
                  <a:srgbClr val="000000"/>
                </a:solidFill>
                <a:effectLst/>
                <a:uFillTx/>
                <a:latin typeface="Times New Roman"/>
                <a:ea typeface="宋体"/>
              </a:rPr>
              <a:t>- </a:t>
            </a:r>
            <a:r>
              <a:rPr lang="zh-CN" sz="2400" b="0" u="none" strike="noStrike">
                <a:solidFill>
                  <a:srgbClr val="000000"/>
                </a:solidFill>
                <a:effectLst/>
                <a:uFillTx/>
                <a:latin typeface="Times New Roman"/>
                <a:ea typeface="宋体"/>
              </a:rPr>
              <a:t>参数</a:t>
            </a:r>
            <a:endParaRPr lang="en-US" sz="2400" b="0" u="none" strike="noStrike">
              <a:solidFill>
                <a:srgbClr val="FFFFFF"/>
              </a:solidFill>
              <a:effectLst/>
              <a:uFillTx/>
              <a:latin typeface="Times New Roman"/>
            </a:endParaRPr>
          </a:p>
        </p:txBody>
      </p:sp>
      <p:sp>
        <p:nvSpPr>
          <p:cNvPr id="32" name="Text Box 6"/>
          <p:cNvSpPr/>
          <p:nvPr/>
        </p:nvSpPr>
        <p:spPr>
          <a:xfrm>
            <a:off x="2349360" y="4202280"/>
            <a:ext cx="2590920" cy="45972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CC0000"/>
                </a:solidFill>
                <a:effectLst/>
                <a:uFillTx/>
                <a:latin typeface="Times New Roman"/>
                <a:ea typeface="宋体"/>
              </a:rPr>
              <a:t>预测</a:t>
            </a:r>
            <a:endParaRPr lang="en-US" sz="2400" b="0" u="none" strike="noStrike">
              <a:solidFill>
                <a:srgbClr val="FFFFFF"/>
              </a:solidFill>
              <a:effectLst/>
              <a:uFillTx/>
              <a:latin typeface="Times New Roman"/>
            </a:endParaRPr>
          </a:p>
        </p:txBody>
      </p:sp>
      <p:sp>
        <p:nvSpPr>
          <p:cNvPr id="33" name="Text Box 7"/>
          <p:cNvSpPr/>
          <p:nvPr/>
        </p:nvSpPr>
        <p:spPr>
          <a:xfrm>
            <a:off x="2959200" y="4964040"/>
            <a:ext cx="3124080" cy="45972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algn="ct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00000"/>
                </a:solidFill>
                <a:effectLst/>
                <a:uFillTx/>
                <a:latin typeface="Times New Roman"/>
                <a:ea typeface="宋体"/>
              </a:rPr>
              <a:t>预测不确定性</a:t>
            </a:r>
            <a:endParaRPr lang="en-US" sz="2400" b="0" u="none" strike="noStrike">
              <a:solidFill>
                <a:srgbClr val="FFFFFF"/>
              </a:solidFill>
              <a:effectLst/>
              <a:uFillTx/>
              <a:latin typeface="Times New Roman"/>
            </a:endParaRPr>
          </a:p>
        </p:txBody>
      </p:sp>
      <p:sp>
        <p:nvSpPr>
          <p:cNvPr id="34" name="Line 8"/>
          <p:cNvSpPr/>
          <p:nvPr/>
        </p:nvSpPr>
        <p:spPr>
          <a:xfrm>
            <a:off x="2120760" y="2906640"/>
            <a:ext cx="0" cy="228600"/>
          </a:xfrm>
          <a:prstGeom prst="line">
            <a:avLst/>
          </a:prstGeom>
          <a:ln w="28440">
            <a:solidFill>
              <a:srgbClr val="FFFFFF"/>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
        <p:nvSpPr>
          <p:cNvPr id="35" name="Line 9"/>
          <p:cNvSpPr/>
          <p:nvPr/>
        </p:nvSpPr>
        <p:spPr>
          <a:xfrm flipH="1">
            <a:off x="3263760" y="3668760"/>
            <a:ext cx="533520" cy="0"/>
          </a:xfrm>
          <a:prstGeom prst="line">
            <a:avLst/>
          </a:prstGeom>
          <a:ln w="28440">
            <a:solidFill>
              <a:srgbClr val="FFFFFF"/>
            </a:solidFill>
            <a:miter/>
            <a:headEnd len="med" type="triangle" w="med"/>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
        <p:nvSpPr>
          <p:cNvPr id="36" name="Line 10"/>
          <p:cNvSpPr/>
          <p:nvPr/>
        </p:nvSpPr>
        <p:spPr>
          <a:xfrm>
            <a:off x="2577960" y="3973680"/>
            <a:ext cx="0" cy="228600"/>
          </a:xfrm>
          <a:prstGeom prst="line">
            <a:avLst/>
          </a:prstGeom>
          <a:ln w="28440">
            <a:solidFill>
              <a:srgbClr val="FFFFFF"/>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
        <p:nvSpPr>
          <p:cNvPr id="37" name="Line 11"/>
          <p:cNvSpPr/>
          <p:nvPr/>
        </p:nvSpPr>
        <p:spPr>
          <a:xfrm>
            <a:off x="3492360" y="4735440"/>
            <a:ext cx="0" cy="228600"/>
          </a:xfrm>
          <a:prstGeom prst="line">
            <a:avLst/>
          </a:prstGeom>
          <a:ln w="28440">
            <a:solidFill>
              <a:srgbClr val="FFFFFF"/>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
        <p:nvSpPr>
          <p:cNvPr id="38" name="Text Box 12"/>
          <p:cNvSpPr/>
          <p:nvPr/>
        </p:nvSpPr>
        <p:spPr>
          <a:xfrm>
            <a:off x="4635360" y="5726160"/>
            <a:ext cx="2438640" cy="45972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algn="ct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00000"/>
                </a:solidFill>
                <a:effectLst/>
                <a:uFillTx/>
                <a:latin typeface="Times New Roman"/>
                <a:ea typeface="宋体"/>
              </a:rPr>
              <a:t>社会决策</a:t>
            </a:r>
            <a:endParaRPr lang="en-US" sz="2400" b="0" u="none" strike="noStrike">
              <a:solidFill>
                <a:srgbClr val="FFFFFF"/>
              </a:solidFill>
              <a:effectLst/>
              <a:uFillTx/>
              <a:latin typeface="Times New Roman"/>
            </a:endParaRPr>
          </a:p>
        </p:txBody>
      </p:sp>
      <p:sp>
        <p:nvSpPr>
          <p:cNvPr id="39" name="Line 13"/>
          <p:cNvSpPr/>
          <p:nvPr/>
        </p:nvSpPr>
        <p:spPr>
          <a:xfrm>
            <a:off x="4863960" y="5497560"/>
            <a:ext cx="0" cy="228600"/>
          </a:xfrm>
          <a:prstGeom prst="line">
            <a:avLst/>
          </a:prstGeom>
          <a:ln w="28440">
            <a:solidFill>
              <a:srgbClr val="FFFFFF"/>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Tree>
  </p:cSld>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685800" y="609120"/>
            <a:ext cx="77724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1" u="none" strike="noStrike">
                <a:solidFill>
                  <a:srgbClr val="FFFF00"/>
                </a:solidFill>
                <a:effectLst/>
                <a:uFillTx/>
                <a:latin typeface="Times New Roman"/>
                <a:ea typeface="宋体"/>
              </a:rPr>
              <a:t>地下水建模的主要步骤</a:t>
            </a:r>
            <a:endParaRPr lang="en-US" sz="4400" b="0" u="none" strike="noStrike">
              <a:solidFill>
                <a:srgbClr val="FFFF00"/>
              </a:solidFill>
              <a:effectLst/>
              <a:uFillTx/>
              <a:latin typeface="Times New Roman"/>
            </a:endParaRPr>
          </a:p>
        </p:txBody>
      </p:sp>
      <p:sp>
        <p:nvSpPr>
          <p:cNvPr id="41" name="Rectangle 3"/>
          <p:cNvSpPr/>
          <p:nvPr/>
        </p:nvSpPr>
        <p:spPr>
          <a:xfrm>
            <a:off x="368280" y="2068560"/>
            <a:ext cx="5181480" cy="82548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marL="343080" indent="-343080"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ea typeface="宋体"/>
              </a:rPr>
              <a:t>水文与水文地质数据</a:t>
            </a:r>
            <a:endParaRPr lang="en-US" sz="2400" b="0" u="none" strike="noStrike">
              <a:solidFill>
                <a:srgbClr val="FFFFFF"/>
              </a:solidFill>
              <a:effectLst/>
              <a:uFillTx/>
              <a:latin typeface="Times New Roman"/>
            </a:endParaRPr>
          </a:p>
          <a:p>
            <a:pPr marL="343080" indent="-343080"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000000"/>
                </a:solidFill>
                <a:effectLst/>
                <a:uFillTx/>
                <a:latin typeface="Times New Roman"/>
                <a:ea typeface="宋体"/>
              </a:rPr>
              <a:t>关联到模型输入</a:t>
            </a:r>
            <a:endParaRPr lang="en-US" sz="2400" b="0" u="none" strike="noStrike">
              <a:solidFill>
                <a:srgbClr val="FFFFFF"/>
              </a:solidFill>
              <a:effectLst/>
              <a:uFillTx/>
              <a:latin typeface="Times New Roman"/>
            </a:endParaRPr>
          </a:p>
        </p:txBody>
      </p:sp>
      <p:sp>
        <p:nvSpPr>
          <p:cNvPr id="42" name="Rectangle 4"/>
          <p:cNvSpPr/>
          <p:nvPr/>
        </p:nvSpPr>
        <p:spPr>
          <a:xfrm>
            <a:off x="3797280" y="3135240"/>
            <a:ext cx="5105520" cy="825480"/>
          </a:xfrm>
          <a:prstGeom prst="rect">
            <a:avLst/>
          </a:prstGeom>
          <a:solidFill>
            <a:srgbClr val="6699FF"/>
          </a:solidFill>
          <a:ln w="38160">
            <a:solidFill>
              <a:srgbClr val="000000"/>
            </a:solidFill>
            <a:miter/>
          </a:ln>
        </p:spPr>
        <p:style>
          <a:lnRef idx="0"/>
          <a:fillRef idx="0"/>
          <a:effectRef idx="0"/>
          <a:fontRef idx="minor"/>
        </p:style>
        <p:txBody>
          <a:bodyPr lIns="90000" tIns="46800" rIns="90000" bIns="46800" anchor="t">
            <a:spAutoFit/>
          </a:bodyPr>
          <a:p>
            <a:pPr marL="343080" indent="-343080"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FFFFFF"/>
                </a:solidFill>
                <a:effectLst/>
                <a:uFillTx/>
                <a:latin typeface="Times New Roman"/>
                <a:ea typeface="宋体"/>
              </a:rPr>
              <a:t>因变量观测</a:t>
            </a:r>
            <a:endParaRPr lang="en-US" sz="2400" b="0" u="none" strike="noStrike">
              <a:solidFill>
                <a:srgbClr val="FFFFFF"/>
              </a:solidFill>
              <a:effectLst/>
              <a:uFillTx/>
              <a:latin typeface="Times New Roman"/>
            </a:endParaRPr>
          </a:p>
          <a:p>
            <a:pPr marL="343080" indent="-343080"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FFFFFF"/>
                </a:solidFill>
                <a:effectLst/>
                <a:uFillTx/>
                <a:latin typeface="Times New Roman"/>
                <a:ea typeface="宋体"/>
              </a:rPr>
              <a:t>关联到模型输出 </a:t>
            </a:r>
            <a:r>
              <a:rPr lang="en-US" sz="2400" b="1" u="none" strike="noStrike">
                <a:solidFill>
                  <a:srgbClr val="FFFFFF"/>
                </a:solidFill>
                <a:effectLst/>
                <a:uFillTx/>
                <a:latin typeface="Times New Roman"/>
                <a:ea typeface="宋体"/>
              </a:rPr>
              <a:t>- </a:t>
            </a:r>
            <a:r>
              <a:rPr lang="zh-CN" sz="2400" b="1" u="none" strike="noStrike">
                <a:solidFill>
                  <a:srgbClr val="FFFFFF"/>
                </a:solidFill>
                <a:effectLst/>
                <a:uFillTx/>
                <a:latin typeface="Times New Roman"/>
                <a:ea typeface="宋体"/>
              </a:rPr>
              <a:t>校准</a:t>
            </a:r>
            <a:endParaRPr lang="en-US" sz="2400" b="0" u="none" strike="noStrike">
              <a:solidFill>
                <a:srgbClr val="FFFFFF"/>
              </a:solidFill>
              <a:effectLst/>
              <a:uFillTx/>
              <a:latin typeface="Times New Roman"/>
            </a:endParaRPr>
          </a:p>
        </p:txBody>
      </p:sp>
      <p:sp>
        <p:nvSpPr>
          <p:cNvPr id="43" name="Text Box 5"/>
          <p:cNvSpPr/>
          <p:nvPr/>
        </p:nvSpPr>
        <p:spPr>
          <a:xfrm>
            <a:off x="368280" y="3135240"/>
            <a:ext cx="2895480" cy="45972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algn="ct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00000"/>
                </a:solidFill>
                <a:effectLst/>
                <a:uFillTx/>
                <a:latin typeface="Times New Roman"/>
                <a:ea typeface="宋体"/>
              </a:rPr>
              <a:t>地下水模型 </a:t>
            </a:r>
            <a:r>
              <a:rPr lang="en-US" sz="2400" b="0" u="none" strike="noStrike">
                <a:solidFill>
                  <a:srgbClr val="000000"/>
                </a:solidFill>
                <a:effectLst/>
                <a:uFillTx/>
                <a:latin typeface="Times New Roman"/>
                <a:ea typeface="宋体"/>
              </a:rPr>
              <a:t>- </a:t>
            </a:r>
            <a:r>
              <a:rPr lang="zh-CN" sz="2400" b="0" u="none" strike="noStrike">
                <a:solidFill>
                  <a:srgbClr val="000000"/>
                </a:solidFill>
                <a:effectLst/>
                <a:uFillTx/>
                <a:latin typeface="Times New Roman"/>
                <a:ea typeface="宋体"/>
              </a:rPr>
              <a:t>参数</a:t>
            </a:r>
            <a:endParaRPr lang="en-US" sz="2400" b="0" u="none" strike="noStrike">
              <a:solidFill>
                <a:srgbClr val="FFFFFF"/>
              </a:solidFill>
              <a:effectLst/>
              <a:uFillTx/>
              <a:latin typeface="Times New Roman"/>
            </a:endParaRPr>
          </a:p>
        </p:txBody>
      </p:sp>
      <p:sp>
        <p:nvSpPr>
          <p:cNvPr id="44" name="Text Box 6"/>
          <p:cNvSpPr/>
          <p:nvPr/>
        </p:nvSpPr>
        <p:spPr>
          <a:xfrm>
            <a:off x="2349360" y="4202280"/>
            <a:ext cx="2590920" cy="45972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1" u="none" strike="noStrike">
                <a:solidFill>
                  <a:srgbClr val="CC0000"/>
                </a:solidFill>
                <a:effectLst/>
                <a:uFillTx/>
                <a:latin typeface="Times New Roman"/>
                <a:ea typeface="宋体"/>
              </a:rPr>
              <a:t>预测</a:t>
            </a:r>
            <a:endParaRPr lang="en-US" sz="2400" b="0" u="none" strike="noStrike">
              <a:solidFill>
                <a:srgbClr val="FFFFFF"/>
              </a:solidFill>
              <a:effectLst/>
              <a:uFillTx/>
              <a:latin typeface="Times New Roman"/>
            </a:endParaRPr>
          </a:p>
        </p:txBody>
      </p:sp>
      <p:sp>
        <p:nvSpPr>
          <p:cNvPr id="45" name="Text Box 7"/>
          <p:cNvSpPr/>
          <p:nvPr/>
        </p:nvSpPr>
        <p:spPr>
          <a:xfrm>
            <a:off x="2959200" y="4964040"/>
            <a:ext cx="3124080" cy="45972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algn="ct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00000"/>
                </a:solidFill>
                <a:effectLst/>
                <a:uFillTx/>
                <a:latin typeface="Times New Roman"/>
                <a:ea typeface="宋体"/>
              </a:rPr>
              <a:t>预测不确定性</a:t>
            </a:r>
            <a:endParaRPr lang="en-US" sz="2400" b="0" u="none" strike="noStrike">
              <a:solidFill>
                <a:srgbClr val="FFFFFF"/>
              </a:solidFill>
              <a:effectLst/>
              <a:uFillTx/>
              <a:latin typeface="Times New Roman"/>
            </a:endParaRPr>
          </a:p>
        </p:txBody>
      </p:sp>
      <p:sp>
        <p:nvSpPr>
          <p:cNvPr id="46" name="Line 8"/>
          <p:cNvSpPr/>
          <p:nvPr/>
        </p:nvSpPr>
        <p:spPr>
          <a:xfrm>
            <a:off x="2120760" y="2906640"/>
            <a:ext cx="0" cy="228600"/>
          </a:xfrm>
          <a:prstGeom prst="line">
            <a:avLst/>
          </a:prstGeom>
          <a:ln w="28440">
            <a:solidFill>
              <a:srgbClr val="FFFFFF"/>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
        <p:nvSpPr>
          <p:cNvPr id="47" name="Line 9"/>
          <p:cNvSpPr/>
          <p:nvPr/>
        </p:nvSpPr>
        <p:spPr>
          <a:xfrm flipH="1">
            <a:off x="3263760" y="3668760"/>
            <a:ext cx="533520" cy="0"/>
          </a:xfrm>
          <a:prstGeom prst="line">
            <a:avLst/>
          </a:prstGeom>
          <a:ln w="28440">
            <a:solidFill>
              <a:srgbClr val="FFFFFF"/>
            </a:solidFill>
            <a:miter/>
            <a:headEnd len="med" type="triangle" w="med"/>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
        <p:nvSpPr>
          <p:cNvPr id="48" name="Line 10"/>
          <p:cNvSpPr/>
          <p:nvPr/>
        </p:nvSpPr>
        <p:spPr>
          <a:xfrm>
            <a:off x="2577960" y="3973680"/>
            <a:ext cx="0" cy="228600"/>
          </a:xfrm>
          <a:prstGeom prst="line">
            <a:avLst/>
          </a:prstGeom>
          <a:ln w="28440">
            <a:solidFill>
              <a:srgbClr val="FFFFFF"/>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
        <p:nvSpPr>
          <p:cNvPr id="49" name="Line 11"/>
          <p:cNvSpPr/>
          <p:nvPr/>
        </p:nvSpPr>
        <p:spPr>
          <a:xfrm>
            <a:off x="3492360" y="4735440"/>
            <a:ext cx="0" cy="228600"/>
          </a:xfrm>
          <a:prstGeom prst="line">
            <a:avLst/>
          </a:prstGeom>
          <a:ln w="28440">
            <a:solidFill>
              <a:srgbClr val="FFFFFF"/>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
        <p:nvSpPr>
          <p:cNvPr id="50" name="Text Box 12"/>
          <p:cNvSpPr/>
          <p:nvPr/>
        </p:nvSpPr>
        <p:spPr>
          <a:xfrm>
            <a:off x="4635360" y="5726160"/>
            <a:ext cx="2438640" cy="459720"/>
          </a:xfrm>
          <a:prstGeom prst="rect">
            <a:avLst/>
          </a:prstGeom>
          <a:solidFill>
            <a:srgbClr val="FFFFFF"/>
          </a:solidFill>
          <a:ln w="38160">
            <a:solidFill>
              <a:srgbClr val="000000"/>
            </a:solidFill>
            <a:miter/>
          </a:ln>
        </p:spPr>
        <p:style>
          <a:lnRef idx="0"/>
          <a:fillRef idx="0"/>
          <a:effectRef idx="0"/>
          <a:fontRef idx="minor"/>
        </p:style>
        <p:txBody>
          <a:bodyPr lIns="90000" tIns="46800" rIns="90000" bIns="46800" anchor="t">
            <a:spAutoFit/>
          </a:bodyPr>
          <a:p>
            <a:pPr algn="ctr">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00000"/>
                </a:solidFill>
                <a:effectLst/>
                <a:uFillTx/>
                <a:latin typeface="Times New Roman"/>
                <a:ea typeface="宋体"/>
              </a:rPr>
              <a:t>社会决策</a:t>
            </a:r>
            <a:endParaRPr lang="en-US" sz="2400" b="0" u="none" strike="noStrike">
              <a:solidFill>
                <a:srgbClr val="FFFFFF"/>
              </a:solidFill>
              <a:effectLst/>
              <a:uFillTx/>
              <a:latin typeface="Times New Roman"/>
            </a:endParaRPr>
          </a:p>
        </p:txBody>
      </p:sp>
      <p:sp>
        <p:nvSpPr>
          <p:cNvPr id="51" name="Line 13"/>
          <p:cNvSpPr/>
          <p:nvPr/>
        </p:nvSpPr>
        <p:spPr>
          <a:xfrm>
            <a:off x="4863960" y="5497560"/>
            <a:ext cx="0" cy="228600"/>
          </a:xfrm>
          <a:prstGeom prst="line">
            <a:avLst/>
          </a:prstGeom>
          <a:ln w="28440">
            <a:solidFill>
              <a:srgbClr val="FFFFFF"/>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0" y="609120"/>
            <a:ext cx="91440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0" u="none" strike="noStrike">
                <a:solidFill>
                  <a:srgbClr val="FFFF00"/>
                </a:solidFill>
                <a:effectLst/>
                <a:uFillTx/>
                <a:latin typeface="Times New Roman"/>
                <a:ea typeface="宋体"/>
              </a:rPr>
              <a:t>我们将结合数据、敏感性、预测和不确定性分析来研究校准</a:t>
            </a:r>
            <a:endParaRPr lang="en-US" sz="4000" b="0" u="none" strike="noStrike">
              <a:solidFill>
                <a:srgbClr val="FFFF00"/>
              </a:solidFill>
              <a:effectLst/>
              <a:uFillTx/>
              <a:latin typeface="Times New Roman"/>
            </a:endParaRPr>
          </a:p>
        </p:txBody>
      </p:sp>
      <p:sp>
        <p:nvSpPr>
          <p:cNvPr id="53" name="PlaceHolder 2"/>
          <p:cNvSpPr>
            <a:spLocks noGrp="1"/>
          </p:cNvSpPr>
          <p:nvPr>
            <p:ph/>
          </p:nvPr>
        </p:nvSpPr>
        <p:spPr>
          <a:xfrm>
            <a:off x="0" y="2133720"/>
            <a:ext cx="9144000" cy="3962160"/>
          </a:xfrm>
          <a:prstGeom prst="rect">
            <a:avLst/>
          </a:prstGeom>
          <a:noFill/>
          <a:ln w="0">
            <a:noFill/>
          </a:ln>
        </p:spPr>
        <p:txBody>
          <a:bodyPr lIns="91440" tIns="45720" rIns="91440" bIns="45720" anchor="t">
            <a:normAutofit/>
          </a:bodyPr>
          <a:p>
            <a:pPr marL="343080" indent="-343080" algn="ctr">
              <a:lnSpc>
                <a:spcPct val="110000"/>
              </a:lnSpc>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1" u="none" strike="noStrike">
                <a:solidFill>
                  <a:srgbClr val="FF9900"/>
                </a:solidFill>
                <a:effectLst/>
                <a:uFillTx/>
                <a:latin typeface="Times New Roman"/>
                <a:ea typeface="宋体"/>
              </a:rPr>
              <a:t>观测 </a:t>
            </a:r>
            <a:r>
              <a:rPr lang="en-US" sz="3200" b="1" u="none" strike="noStrike">
                <a:solidFill>
                  <a:srgbClr val="FF9900"/>
                </a:solidFill>
                <a:effectLst/>
                <a:uFillTx/>
                <a:latin typeface="Times New Roman"/>
                <a:ea typeface="宋体"/>
              </a:rPr>
              <a:t>- </a:t>
            </a:r>
            <a:r>
              <a:rPr lang="zh-CN" sz="3200" b="1" u="none" strike="noStrike">
                <a:solidFill>
                  <a:srgbClr val="FF9900"/>
                </a:solidFill>
                <a:effectLst/>
                <a:uFillTx/>
                <a:latin typeface="Times New Roman"/>
                <a:ea typeface="宋体"/>
              </a:rPr>
              <a:t>参数 </a:t>
            </a:r>
            <a:r>
              <a:rPr lang="en-US" sz="3200" b="1" u="none" strike="noStrike">
                <a:solidFill>
                  <a:srgbClr val="FF9900"/>
                </a:solidFill>
                <a:effectLst/>
                <a:uFillTx/>
                <a:latin typeface="Times New Roman"/>
                <a:ea typeface="宋体"/>
              </a:rPr>
              <a:t>- </a:t>
            </a:r>
            <a:r>
              <a:rPr lang="zh-CN" sz="3200" b="1" u="none" strike="noStrike">
                <a:solidFill>
                  <a:srgbClr val="FF9900"/>
                </a:solidFill>
                <a:effectLst/>
                <a:uFillTx/>
                <a:latin typeface="Times New Roman"/>
                <a:ea typeface="宋体"/>
              </a:rPr>
              <a:t>预测</a:t>
            </a:r>
            <a:endParaRPr lang="en-US" sz="3200" b="0" u="none" strike="noStrike">
              <a:solidFill>
                <a:srgbClr val="FFFFFF"/>
              </a:solidFill>
              <a:effectLst/>
              <a:uFillTx/>
              <a:latin typeface="Times New Roman"/>
            </a:endParaRPr>
          </a:p>
          <a:p>
            <a:pPr marL="343080" indent="-343080" algn="ctr">
              <a:lnSpc>
                <a:spcPct val="110000"/>
              </a:lnSpc>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1" u="none" strike="noStrike">
                <a:solidFill>
                  <a:srgbClr val="FF9900"/>
                </a:solidFill>
                <a:effectLst/>
                <a:uFillTx/>
                <a:latin typeface="Times New Roman"/>
                <a:ea typeface="宋体"/>
              </a:rPr>
              <a:t>使用基于梯度的方法，通过观测估计参数（相对于全局优化）。梯度方法速度快得多，但可能陷入局部极小值。</a:t>
            </a:r>
            <a:endParaRPr lang="en-US" sz="3200" b="0" u="none" strike="noStrike">
              <a:solidFill>
                <a:srgbClr val="FFFFFF"/>
              </a:solidFill>
              <a:effectLst/>
              <a:uFillTx/>
              <a:latin typeface="Times New Roman"/>
            </a:endParaRPr>
          </a:p>
          <a:p>
            <a:pPr marL="343080" indent="-343080" algn="ctr">
              <a:lnSpc>
                <a:spcPct val="110000"/>
              </a:lnSpc>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1" u="none" strike="noStrike">
                <a:solidFill>
                  <a:srgbClr val="FF9900"/>
                </a:solidFill>
                <a:effectLst/>
                <a:uFillTx/>
                <a:latin typeface="Times New Roman"/>
                <a:ea typeface="宋体"/>
              </a:rPr>
              <a:t>使用敏感性分析研究观测、参数和预测之间的关系。</a:t>
            </a:r>
            <a:endParaRPr lang="en-US" sz="32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0" y="-360"/>
            <a:ext cx="91440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00"/>
                </a:solidFill>
                <a:effectLst/>
                <a:uFillTx/>
                <a:latin typeface="Times New Roman"/>
                <a:ea typeface="宋体"/>
              </a:rPr>
              <a:t>课程讲授的敏感性分析指标</a:t>
            </a:r>
            <a:endParaRPr lang="en-US" sz="4400" b="0" u="none" strike="noStrike">
              <a:solidFill>
                <a:srgbClr val="FFFF00"/>
              </a:solidFill>
              <a:effectLst/>
              <a:uFillTx/>
              <a:latin typeface="Times New Roman"/>
            </a:endParaRPr>
          </a:p>
        </p:txBody>
      </p:sp>
      <p:sp>
        <p:nvSpPr>
          <p:cNvPr id="55" name="PlaceHolder 2"/>
          <p:cNvSpPr>
            <a:spLocks noGrp="1"/>
          </p:cNvSpPr>
          <p:nvPr>
            <p:ph/>
          </p:nvPr>
        </p:nvSpPr>
        <p:spPr>
          <a:xfrm>
            <a:off x="5790960" y="1981080"/>
            <a:ext cx="3352680" cy="4114800"/>
          </a:xfrm>
          <a:prstGeom prst="rect">
            <a:avLst/>
          </a:prstGeom>
          <a:noFill/>
          <a:ln w="0">
            <a:noFill/>
          </a:ln>
        </p:spPr>
        <p:txBody>
          <a:bodyPr lIns="91440" tIns="45720" rIns="91440" bIns="45720" anchor="t">
            <a:normAutofit/>
          </a:bodyPr>
          <a:p>
            <a:pPr marL="343080" indent="-343080" algn="l">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FFFFFF"/>
              </a:solidFill>
              <a:effectLst/>
              <a:uFillTx/>
              <a:latin typeface="Times New Roman"/>
            </a:endParaRPr>
          </a:p>
          <a:p>
            <a:pPr marL="343080" indent="-343080" algn="l">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FFFFFF"/>
              </a:solidFill>
              <a:effectLst/>
              <a:uFillTx/>
              <a:latin typeface="Times New Roman"/>
            </a:endParaRPr>
          </a:p>
          <a:p>
            <a:pPr marL="343080" indent="-343080" algn="l">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FFFFFF"/>
              </a:solidFill>
              <a:effectLst/>
              <a:uFillTx/>
              <a:latin typeface="Times New Roman"/>
            </a:endParaRPr>
          </a:p>
          <a:p>
            <a:pPr marL="343080" indent="-343080" algn="l">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FFFFFF"/>
              </a:solidFill>
              <a:effectLst/>
              <a:uFillTx/>
              <a:latin typeface="Times New Roman"/>
            </a:endParaRPr>
          </a:p>
          <a:p>
            <a:pPr marL="343080" indent="-343080" algn="l">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FFFFFF"/>
              </a:solidFill>
              <a:effectLst/>
              <a:uFillTx/>
              <a:latin typeface="Times New Roman"/>
            </a:endParaRPr>
          </a:p>
          <a:p>
            <a:pPr marL="343080" indent="-343080" algn="l">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FFFFFF"/>
              </a:solidFill>
              <a:effectLst/>
              <a:uFillTx/>
              <a:latin typeface="Times New Roman"/>
            </a:endParaRPr>
          </a:p>
        </p:txBody>
      </p:sp>
      <p:sp>
        <p:nvSpPr>
          <p:cNvPr id="56" name="Text Box 4"/>
          <p:cNvSpPr/>
          <p:nvPr/>
        </p:nvSpPr>
        <p:spPr>
          <a:xfrm>
            <a:off x="1924920" y="1390680"/>
            <a:ext cx="296244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9900"/>
                </a:solidFill>
                <a:effectLst/>
                <a:uFillTx/>
                <a:latin typeface="Times New Roman"/>
                <a:ea typeface="宋体"/>
              </a:rPr>
              <a:t>观测 </a:t>
            </a:r>
            <a:r>
              <a:rPr lang="en-US" sz="2400" b="0" u="none" strike="noStrike">
                <a:solidFill>
                  <a:srgbClr val="FF9900"/>
                </a:solidFill>
                <a:effectLst/>
                <a:uFillTx/>
                <a:latin typeface="Times New Roman"/>
                <a:ea typeface="宋体"/>
              </a:rPr>
              <a:t>- </a:t>
            </a:r>
            <a:r>
              <a:rPr lang="zh-CN" sz="2400" b="0" u="none" strike="noStrike">
                <a:solidFill>
                  <a:srgbClr val="FF9900"/>
                </a:solidFill>
                <a:effectLst/>
                <a:uFillTx/>
                <a:latin typeface="Times New Roman"/>
                <a:ea typeface="宋体"/>
              </a:rPr>
              <a:t>参数 </a:t>
            </a:r>
            <a:r>
              <a:rPr lang="en-US" sz="2400" b="0" u="none" strike="noStrike">
                <a:solidFill>
                  <a:srgbClr val="FF9900"/>
                </a:solidFill>
                <a:effectLst/>
                <a:uFillTx/>
                <a:latin typeface="Times New Roman"/>
                <a:ea typeface="宋体"/>
              </a:rPr>
              <a:t>- </a:t>
            </a:r>
            <a:r>
              <a:rPr lang="zh-CN" sz="2400" b="0" u="none" strike="noStrike">
                <a:solidFill>
                  <a:srgbClr val="FF9900"/>
                </a:solidFill>
                <a:effectLst/>
                <a:uFillTx/>
                <a:latin typeface="Times New Roman"/>
                <a:ea typeface="宋体"/>
              </a:rPr>
              <a:t>预测</a:t>
            </a:r>
            <a:endParaRPr lang="en-US" sz="2400" b="0" u="none" strike="noStrike">
              <a:solidFill>
                <a:srgbClr val="FFFFFF"/>
              </a:solidFill>
              <a:effectLst/>
              <a:uFillTx/>
              <a:latin typeface="Times New Roman"/>
            </a:endParaRPr>
          </a:p>
        </p:txBody>
      </p:sp>
      <p:sp>
        <p:nvSpPr>
          <p:cNvPr id="57" name="Line 5"/>
          <p:cNvSpPr/>
          <p:nvPr/>
        </p:nvSpPr>
        <p:spPr>
          <a:xfrm>
            <a:off x="2606760" y="1959120"/>
            <a:ext cx="1981080" cy="0"/>
          </a:xfrm>
          <a:prstGeom prst="line">
            <a:avLst/>
          </a:prstGeom>
          <a:ln w="9360">
            <a:solidFill>
              <a:srgbClr val="FFFFFF"/>
            </a:solidFill>
            <a:miter/>
            <a:headEnd len="med" type="triangle" w="me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FFFFFF"/>
              </a:solidFill>
              <a:effectLst/>
              <a:uFillTx/>
              <a:latin typeface="Times New Roman"/>
            </a:endParaRPr>
          </a:p>
        </p:txBody>
      </p:sp>
      <p:sp>
        <p:nvSpPr>
          <p:cNvPr id="58" name="Line 6"/>
          <p:cNvSpPr/>
          <p:nvPr/>
        </p:nvSpPr>
        <p:spPr>
          <a:xfrm>
            <a:off x="5121360" y="1959120"/>
            <a:ext cx="1904760" cy="0"/>
          </a:xfrm>
          <a:prstGeom prst="line">
            <a:avLst/>
          </a:prstGeom>
          <a:ln w="9360">
            <a:solidFill>
              <a:srgbClr val="FFFFFF"/>
            </a:solidFill>
            <a:miter/>
            <a:headEnd len="med" type="triangle" w="med"/>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FFFFFF"/>
              </a:solidFill>
              <a:effectLst/>
              <a:uFillTx/>
              <a:latin typeface="Times New Roman"/>
            </a:endParaRPr>
          </a:p>
        </p:txBody>
      </p:sp>
      <p:sp>
        <p:nvSpPr>
          <p:cNvPr id="59" name="Line 7"/>
          <p:cNvSpPr/>
          <p:nvPr/>
        </p:nvSpPr>
        <p:spPr>
          <a:xfrm>
            <a:off x="2133720" y="5715000"/>
            <a:ext cx="5105160" cy="0"/>
          </a:xfrm>
          <a:prstGeom prst="line">
            <a:avLst/>
          </a:prstGeom>
          <a:ln w="9360">
            <a:solidFill>
              <a:srgbClr val="FFFFFF"/>
            </a:solidFill>
            <a:miter/>
          </a:ln>
        </p:spPr>
        <p:style>
          <a:lnRef idx="0"/>
          <a:fillRef idx="0"/>
          <a:effectRef idx="0"/>
          <a:fontRef idx="minor"/>
        </p:style>
        <p:txBody>
          <a:bodyPr lIns="90000" tIns="-46800" rIns="90000" bIns="-46800" anchor="t">
            <a:noAutofit/>
          </a:bodyPr>
          <a:p>
            <a:endParaRPr lang="en-US" sz="2400" b="0" u="none" strike="noStrike">
              <a:solidFill>
                <a:srgbClr val="FFFFFF"/>
              </a:solidFill>
              <a:effectLst/>
              <a:uFillTx/>
              <a:latin typeface="Times New Roman"/>
            </a:endParaRPr>
          </a:p>
        </p:txBody>
      </p:sp>
      <p:sp>
        <p:nvSpPr>
          <p:cNvPr id="60" name="Line 8"/>
          <p:cNvSpPr/>
          <p:nvPr/>
        </p:nvSpPr>
        <p:spPr>
          <a:xfrm flipH="1">
            <a:off x="2133720" y="1635120"/>
            <a:ext cx="15840" cy="4079880"/>
          </a:xfrm>
          <a:prstGeom prst="line">
            <a:avLst/>
          </a:prstGeom>
          <a:ln w="9360">
            <a:solidFill>
              <a:srgbClr val="FFFFFF"/>
            </a:solidFill>
            <a:miter/>
          </a:ln>
        </p:spPr>
        <p:style>
          <a:lnRef idx="0"/>
          <a:fillRef idx="0"/>
          <a:effectRef idx="0"/>
          <a:fontRef idx="minor"/>
        </p:style>
        <p:txBody>
          <a:bodyPr lIns="90000" tIns="46800" rIns="90000" bIns="46800" anchor="t">
            <a:noAutofit/>
          </a:bodyPr>
          <a:p>
            <a:endParaRPr lang="en-US" sz="2400" b="0" u="none" strike="noStrike">
              <a:solidFill>
                <a:srgbClr val="FFFFFF"/>
              </a:solidFill>
              <a:effectLst/>
              <a:uFillTx/>
              <a:latin typeface="Times New Roman"/>
            </a:endParaRPr>
          </a:p>
        </p:txBody>
      </p:sp>
      <p:sp>
        <p:nvSpPr>
          <p:cNvPr id="61" name="Line 9"/>
          <p:cNvSpPr/>
          <p:nvPr/>
        </p:nvSpPr>
        <p:spPr>
          <a:xfrm flipH="1">
            <a:off x="7238880" y="1711440"/>
            <a:ext cx="15840" cy="4003560"/>
          </a:xfrm>
          <a:prstGeom prst="line">
            <a:avLst/>
          </a:prstGeom>
          <a:ln w="9360">
            <a:solidFill>
              <a:srgbClr val="FFFFFF"/>
            </a:solidFill>
            <a:miter/>
          </a:ln>
        </p:spPr>
        <p:style>
          <a:lnRef idx="0"/>
          <a:fillRef idx="0"/>
          <a:effectRef idx="0"/>
          <a:fontRef idx="minor"/>
        </p:style>
        <p:txBody>
          <a:bodyPr lIns="90000" tIns="46800" rIns="90000" bIns="46800" anchor="t">
            <a:noAutofit/>
          </a:bodyPr>
          <a:p>
            <a:endParaRPr lang="en-US" sz="2400" b="0" u="none" strike="noStrike">
              <a:solidFill>
                <a:srgbClr val="FFFFFF"/>
              </a:solidFill>
              <a:effectLst/>
              <a:uFillTx/>
              <a:latin typeface="Times New Roman"/>
            </a:endParaRPr>
          </a:p>
        </p:txBody>
      </p:sp>
      <p:sp>
        <p:nvSpPr>
          <p:cNvPr id="62" name="Text Box 10"/>
          <p:cNvSpPr/>
          <p:nvPr/>
        </p:nvSpPr>
        <p:spPr>
          <a:xfrm>
            <a:off x="2228760" y="2133720"/>
            <a:ext cx="4816440" cy="4117320"/>
          </a:xfrm>
          <a:prstGeom prst="rect">
            <a:avLst/>
          </a:prstGeom>
          <a:noFill/>
          <a:ln w="0">
            <a:noFill/>
          </a:ln>
        </p:spPr>
        <p:style>
          <a:lnRef idx="0"/>
          <a:fillRef idx="0"/>
          <a:effectRef idx="0"/>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FFFF"/>
                </a:solidFill>
                <a:effectLst/>
                <a:uFillTx/>
                <a:latin typeface="Times New Roman"/>
                <a:ea typeface="宋体"/>
              </a:rPr>
              <a:t>dss                                  pss</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FFFF"/>
                </a:solidFill>
                <a:effectLst/>
                <a:uFillTx/>
                <a:latin typeface="Times New Roman"/>
                <a:ea typeface="宋体"/>
              </a:rPr>
              <a:t>css                                  ppr</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FFFF"/>
                </a:solidFill>
                <a:effectLst/>
                <a:uFillTx/>
                <a:latin typeface="Times New Roman"/>
                <a:ea typeface="宋体"/>
              </a:rPr>
              <a:t>pcc</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杠杆值</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FFFF"/>
                </a:solidFill>
                <a:effectLst/>
                <a:uFillTx/>
                <a:latin typeface="Times New Roman"/>
                <a:ea typeface="宋体"/>
              </a:rPr>
              <a:t>参数变异系数</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FFFF"/>
                </a:solidFill>
                <a:effectLst/>
                <a:uFillTx/>
                <a:latin typeface="Times New Roman"/>
                <a:ea typeface="宋体"/>
              </a:rPr>
              <a:t>AIC</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FFFF"/>
                </a:solidFill>
                <a:effectLst/>
                <a:uFillTx/>
                <a:latin typeface="Times New Roman"/>
                <a:ea typeface="宋体"/>
              </a:rPr>
              <a:t>BIC</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FFFF"/>
                </a:solidFill>
                <a:effectLst/>
                <a:uFillTx/>
                <a:latin typeface="Times New Roman"/>
                <a:ea typeface="宋体"/>
              </a:rPr>
              <a:t>DFBETAS</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FFFF"/>
                </a:solidFill>
                <a:effectLst/>
                <a:uFillTx/>
                <a:latin typeface="Times New Roman"/>
                <a:ea typeface="宋体"/>
              </a:rPr>
              <a:t>Cook's D</a:t>
            </a: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FFFFFF"/>
              </a:solidFill>
              <a:effectLst/>
              <a:uFillTx/>
              <a:latin typeface="Times New Roman"/>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FFFF"/>
                </a:solidFill>
                <a:effectLst/>
                <a:uFillTx/>
                <a:latin typeface="Times New Roman"/>
                <a:ea typeface="宋体"/>
              </a:rPr>
              <a:t>opr</a:t>
            </a:r>
            <a:endParaRPr lang="en-US" sz="2400" b="0" u="none" strike="noStrike">
              <a:solidFill>
                <a:srgbClr val="FFFFFF"/>
              </a:solidFill>
              <a:effectLst/>
              <a:uFillTx/>
              <a:latin typeface="Times New Roman"/>
            </a:endParaRPr>
          </a:p>
        </p:txBody>
      </p:sp>
      <p:sp>
        <p:nvSpPr>
          <p:cNvPr id="63" name="Text Box 11"/>
          <p:cNvSpPr/>
          <p:nvPr/>
        </p:nvSpPr>
        <p:spPr>
          <a:xfrm>
            <a:off x="2116080" y="5648400"/>
            <a:ext cx="3398760" cy="45972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FF9900"/>
                </a:solidFill>
                <a:effectLst/>
                <a:uFillTx/>
                <a:latin typeface="Times New Roman"/>
                <a:ea typeface="宋体"/>
              </a:rPr>
              <a:t>观测 </a:t>
            </a:r>
            <a:r>
              <a:rPr lang="en-US" sz="2400" b="0" u="none" strike="noStrike">
                <a:solidFill>
                  <a:srgbClr val="FF9900"/>
                </a:solidFill>
                <a:effectLst/>
                <a:uFillTx/>
                <a:latin typeface="Times New Roman"/>
                <a:ea typeface="宋体"/>
              </a:rPr>
              <a:t>---------------- </a:t>
            </a:r>
            <a:r>
              <a:rPr lang="zh-CN" sz="2400" b="0" u="none" strike="noStrike">
                <a:solidFill>
                  <a:srgbClr val="FF9900"/>
                </a:solidFill>
                <a:effectLst/>
                <a:uFillTx/>
                <a:latin typeface="Times New Roman"/>
                <a:ea typeface="宋体"/>
              </a:rPr>
              <a:t>预测</a:t>
            </a:r>
            <a:endParaRPr lang="en-US" sz="24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685800" y="228240"/>
            <a:ext cx="77724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00"/>
                </a:solidFill>
                <a:effectLst/>
                <a:uFillTx/>
                <a:latin typeface="Times New Roman"/>
                <a:ea typeface="宋体"/>
              </a:rPr>
              <a:t>现场案例与合成案例</a:t>
            </a:r>
            <a:endParaRPr lang="en-US" sz="4400" b="0" u="none" strike="noStrike">
              <a:solidFill>
                <a:srgbClr val="FFFF00"/>
              </a:solidFill>
              <a:effectLst/>
              <a:uFillTx/>
              <a:latin typeface="Times New Roman"/>
            </a:endParaRPr>
          </a:p>
        </p:txBody>
      </p:sp>
      <p:sp>
        <p:nvSpPr>
          <p:cNvPr id="65" name="PlaceHolder 2"/>
          <p:cNvSpPr>
            <a:spLocks noGrp="1"/>
          </p:cNvSpPr>
          <p:nvPr>
            <p:ph/>
          </p:nvPr>
        </p:nvSpPr>
        <p:spPr>
          <a:xfrm>
            <a:off x="685800" y="1219320"/>
            <a:ext cx="7772400" cy="4876560"/>
          </a:xfrm>
          <a:prstGeom prst="rect">
            <a:avLst/>
          </a:prstGeom>
          <a:noFill/>
          <a:ln w="0">
            <a:noFill/>
          </a:ln>
        </p:spPr>
        <p:txBody>
          <a:bodyPr lIns="91440" tIns="45720" rIns="91440" bIns="45720" anchor="t">
            <a:normAutofit/>
          </a:bodyPr>
          <a:p>
            <a:pPr marL="343080" indent="-343080" algn="l">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现场案例用于展示这些方法和指南在实践中的应用。</a:t>
            </a:r>
            <a:endParaRPr lang="en-US" sz="2800" b="0" u="none" strike="noStrike">
              <a:solidFill>
                <a:srgbClr val="FFFFFF"/>
              </a:solidFill>
              <a:effectLst/>
              <a:uFillTx/>
              <a:latin typeface="Times New Roman"/>
            </a:endParaRPr>
          </a:p>
          <a:p>
            <a:pPr marL="343080" indent="-343080" algn="l">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课程从研究美国加利福尼亚州和内华达州的死亡谷区域地下水系统开始。</a:t>
            </a:r>
            <a:endParaRPr lang="en-US" sz="2800" b="0" u="none" strike="noStrike">
              <a:solidFill>
                <a:srgbClr val="FFFFFF"/>
              </a:solidFill>
              <a:effectLst/>
              <a:uFillTx/>
              <a:latin typeface="Times New Roman"/>
            </a:endParaRPr>
          </a:p>
          <a:p>
            <a:pPr marL="343080" indent="-343080" algn="l">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合成案例用于在已知真实情况的条件下研究这些方法和指南。</a:t>
            </a:r>
            <a:endParaRPr lang="en-US" sz="2800" b="0" u="none" strike="noStrike">
              <a:solidFill>
                <a:srgbClr val="FFFFFF"/>
              </a:solidFill>
              <a:effectLst/>
              <a:uFillTx/>
              <a:latin typeface="Times New Roman"/>
            </a:endParaRPr>
          </a:p>
          <a:p>
            <a:pPr marL="343080" indent="-343080" algn="l">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课程期间还会构建一个合成测试案例，包含模型开发阶段和预测阶段。</a:t>
            </a:r>
            <a:endParaRPr lang="en-US" sz="2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0" y="151920"/>
            <a:ext cx="91440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00"/>
                </a:solidFill>
                <a:effectLst/>
                <a:uFillTx/>
                <a:latin typeface="Times New Roman"/>
                <a:ea typeface="宋体"/>
              </a:rPr>
              <a:t>这些方法可以回答的常见问题</a:t>
            </a:r>
            <a:endParaRPr lang="en-US" sz="4400" b="0" u="none" strike="noStrike">
              <a:solidFill>
                <a:srgbClr val="FFFF00"/>
              </a:solidFill>
              <a:effectLst/>
              <a:uFillTx/>
              <a:latin typeface="Times New Roman"/>
            </a:endParaRPr>
          </a:p>
        </p:txBody>
      </p:sp>
      <p:sp>
        <p:nvSpPr>
          <p:cNvPr id="67" name="PlaceHolder 2"/>
          <p:cNvSpPr>
            <a:spLocks noGrp="1"/>
          </p:cNvSpPr>
          <p:nvPr>
            <p:ph/>
          </p:nvPr>
        </p:nvSpPr>
        <p:spPr>
          <a:xfrm>
            <a:off x="380880" y="1676520"/>
            <a:ext cx="8382240" cy="4114800"/>
          </a:xfrm>
          <a:prstGeom prst="rect">
            <a:avLst/>
          </a:prstGeom>
          <a:noFill/>
          <a:ln w="0">
            <a:noFill/>
          </a:ln>
        </p:spPr>
        <p:txBody>
          <a:bodyPr lIns="91440" tIns="45720" rIns="91440" bIns="45720" anchor="t">
            <a:normAutofit/>
          </a:bodyPr>
          <a:p>
            <a:pPr marL="343080" indent="-343080" algn="l">
              <a:lnSpc>
                <a:spcPct val="90000"/>
              </a:lnSpc>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观测数据能够支持多少、以及什么类型的模型复杂度？</a:t>
            </a:r>
            <a:endParaRPr lang="en-US" sz="2800" b="0" u="none" strike="noStrike">
              <a:solidFill>
                <a:srgbClr val="FFFFFF"/>
              </a:solidFill>
              <a:effectLst/>
              <a:uFillTx/>
              <a:latin typeface="Times New Roman"/>
            </a:endParaRPr>
          </a:p>
          <a:p>
            <a:pPr marL="343080" indent="-343080" algn="l">
              <a:lnSpc>
                <a:spcPct val="90000"/>
              </a:lnSpc>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是否存在某些估计参数值被单一观测主导？</a:t>
            </a:r>
            <a:endParaRPr lang="en-US" sz="2800" b="0" u="none" strike="noStrike">
              <a:solidFill>
                <a:srgbClr val="FFFFFF"/>
              </a:solidFill>
              <a:effectLst/>
              <a:uFillTx/>
              <a:latin typeface="Times New Roman"/>
            </a:endParaRPr>
          </a:p>
          <a:p>
            <a:pPr marL="343080" indent="-343080" algn="l">
              <a:lnSpc>
                <a:spcPct val="90000"/>
              </a:lnSpc>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哪些模型参数对我需要预测的内容重要？</a:t>
            </a:r>
            <a:endParaRPr lang="en-US" sz="2800" b="0" u="none" strike="noStrike">
              <a:solidFill>
                <a:srgbClr val="FFFFFF"/>
              </a:solidFill>
              <a:effectLst/>
              <a:uFillTx/>
              <a:latin typeface="Times New Roman"/>
            </a:endParaRPr>
          </a:p>
          <a:p>
            <a:pPr marL="343080" indent="-343080" algn="l">
              <a:lnSpc>
                <a:spcPct val="90000"/>
              </a:lnSpc>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应收集哪些数据来改进预测？</a:t>
            </a:r>
            <a:endParaRPr lang="en-US" sz="2800" b="0" u="none" strike="noStrike">
              <a:solidFill>
                <a:srgbClr val="FFFFFF"/>
              </a:solidFill>
              <a:effectLst/>
              <a:uFillTx/>
              <a:latin typeface="Times New Roman"/>
            </a:endParaRPr>
          </a:p>
          <a:p>
            <a:pPr marL="343080" indent="-343080" algn="l">
              <a:lnSpc>
                <a:spcPct val="90000"/>
              </a:lnSpc>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哪一种系统概念模型更可能产生更好的预测？</a:t>
            </a:r>
            <a:endParaRPr lang="en-US" sz="2800" b="0" u="none" strike="noStrike">
              <a:solidFill>
                <a:srgbClr val="FFFFFF"/>
              </a:solidFill>
              <a:effectLst/>
              <a:uFillTx/>
              <a:latin typeface="Times New Roman"/>
            </a:endParaRPr>
          </a:p>
          <a:p>
            <a:pPr marL="343080" indent="-343080" algn="l">
              <a:lnSpc>
                <a:spcPct val="90000"/>
              </a:lnSpc>
              <a:spcBef>
                <a:spcPts val="700"/>
              </a:spcBef>
              <a:buClr>
                <a:srgbClr val="FFFFFF"/>
              </a:buClr>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FFFFFF"/>
                </a:solidFill>
                <a:effectLst/>
                <a:uFillTx/>
                <a:latin typeface="Times New Roman"/>
                <a:ea typeface="宋体"/>
              </a:rPr>
              <a:t>预测有多确定？</a:t>
            </a:r>
            <a:endParaRPr lang="en-US" sz="2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5247</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2002-02-27T16:39:08Z</dcterms:created>
  <dc:creator>Mary C. Hill</dc:creator>
  <dc:description/>
  <dc:language>zh-CN</dc:language>
  <cp:lastModifiedBy>Provence Jake</cp:lastModifiedBy>
  <dcterms:modified xsi:type="dcterms:W3CDTF">2026-05-10T13:33:59Z</dcterms:modified>
  <cp:revision>125</cp:revision>
  <dc:subject/>
  <dc:title>CALIBRATION AND UNCERTAINTY OF MODELS USGS-NTC March 2002</dc:title>
</cp:coreProperties>
</file>