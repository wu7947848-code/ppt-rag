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media/image2.wmf" ContentType="image/x-wmf"/>
  <Override PartName="/ppt/media/image3.wmf" ContentType="image/x-wmf"/>
  <Override PartName="/ppt/media/image4.wmf" ContentType="image/x-wm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427200">
            <a:off x="7777800" y="-14760"/>
            <a:ext cx="1162080" cy="2084400"/>
          </a:xfrm>
          <a:custGeom>
            <a:avLst/>
            <a:gdLst>
              <a:gd name="GluePoint1X" fmla="*/ 1162050 w 2903"/>
              <a:gd name="GluePoint1Y" fmla="*/ 244856 h 3686"/>
              <a:gd name="GluePoint2X" fmla="*/ 1026751 w 2903"/>
              <a:gd name="GluePoint2Y" fmla="*/ 45239 h 3686"/>
              <a:gd name="GluePoint3X" fmla="*/ 897056 w 2903"/>
              <a:gd name="GluePoint3Y" fmla="*/ 0 h 3686"/>
              <a:gd name="GluePoint4X" fmla="*/ 44032 w 2903"/>
              <a:gd name="GluePoint4Y" fmla="*/ 1589585 h 3686"/>
              <a:gd name="GluePoint5X" fmla="*/ 44032 w 2903"/>
              <a:gd name="GluePoint5Y" fmla="*/ 1825394 h 3686"/>
              <a:gd name="GluePoint6X" fmla="*/ 0 w 2903"/>
              <a:gd name="GluePoint6Y" fmla="*/ 2053285 h 3686"/>
              <a:gd name="GluePoint7X" fmla="*/ 28821 w 2903"/>
              <a:gd name="GluePoint7Y" fmla="*/ 2084387 h 3686"/>
              <a:gd name="GluePoint8X" fmla="*/ 176529 w 2903"/>
              <a:gd name="GluePoint8Y" fmla="*/ 1897211 h 3686"/>
              <a:gd name="GluePoint9X" fmla="*/ 296217 w 2903"/>
              <a:gd name="GluePoint9Y" fmla="*/ 1825394 h 3686"/>
              <a:gd name="GluePoint10X" fmla="*/ 1162050 w 2903"/>
              <a:gd name="GluePoint10Y" fmla="*/ 244856 h 3686"/>
              <a:gd name="GluePoint11X" fmla="*/ 1162050 w 2903"/>
              <a:gd name="GluePoint11Y" fmla="*/ 244856 h 36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85440" y="151920"/>
            <a:ext cx="6870600" cy="1600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85800" y="1828800"/>
            <a:ext cx="7696080" cy="3657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fontScale="85000" lnSpcReduction="9999"/>
          </a:bodyPr>
          <a:lstStyle>
            <a:lvl1pPr algn="l">
              <a:spcBef>
                <a:spcPts val="799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1pPr>
            <a:lvl2pPr lvl="1" algn="l">
              <a:spcBef>
                <a:spcPts val="799"/>
              </a:spcBef>
              <a:buClr>
                <a:srgbClr val="000000"/>
              </a:buClr>
              <a:buFont typeface="Comic Sans MS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2pPr>
            <a:lvl3pPr lvl="2" algn="l">
              <a:spcBef>
                <a:spcPts val="799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3pPr>
            <a:lvl4pPr lvl="3" algn="l">
              <a:spcBef>
                <a:spcPts val="799"/>
              </a:spcBef>
              <a:buClr>
                <a:srgbClr val="000000"/>
              </a:buClr>
              <a:buFont typeface="Comic Sans MS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4pPr>
            <a:lvl5pPr lvl="4" algn="l">
              <a:spcBef>
                <a:spcPts val="7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5pPr>
            <a:lvl6pPr lvl="5" algn="l">
              <a:spcBef>
                <a:spcPts val="7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6pPr>
            <a:lvl7pPr lvl="6" algn="l">
              <a:spcBef>
                <a:spcPts val="7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743040" lvl="1" indent="-285840" algn="l">
              <a:spcBef>
                <a:spcPts val="799"/>
              </a:spcBef>
              <a:buClr>
                <a:srgbClr val="000000"/>
              </a:buClr>
              <a:buFont typeface="Comic Sans MS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第二提纲级别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143000" lvl="2" indent="-228600" algn="l">
              <a:spcBef>
                <a:spcPts val="799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第三提纲级别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1600200" lvl="3" indent="-228600" algn="l">
              <a:spcBef>
                <a:spcPts val="799"/>
              </a:spcBef>
              <a:buClr>
                <a:srgbClr val="000000"/>
              </a:buClr>
              <a:buFont typeface="Comic Sans MS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第四提纲级别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2057400" lvl="4" indent="-228600" algn="l">
              <a:spcBef>
                <a:spcPts val="7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第五提纲级别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2057400" lvl="5" indent="-228600" algn="l">
              <a:spcBef>
                <a:spcPts val="7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第六提纲级别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2057400" lvl="6" indent="-228600" algn="l">
              <a:spcBef>
                <a:spcPts val="799"/>
              </a:spcBef>
              <a:buClr>
                <a:srgbClr val="000000"/>
              </a:buClr>
              <a:buFont typeface="Comic Sans MS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第七提纲级别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13716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55572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671832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51A1398-7C9F-453E-AEA4-164FB607A13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" name="Freeform 8"/>
          <p:cNvSpPr/>
          <p:nvPr/>
        </p:nvSpPr>
        <p:spPr>
          <a:xfrm rot="18427200">
            <a:off x="7865280" y="24840"/>
            <a:ext cx="1164960" cy="2097000"/>
          </a:xfrm>
          <a:custGeom>
            <a:avLst/>
            <a:gdLst>
              <a:gd name="GluePoint1X" fmla="*/ 917850 w 2911"/>
              <a:gd name="GluePoint1Y" fmla="*/ 0 h 3703"/>
              <a:gd name="GluePoint2X" fmla="*/ 52037 w 2911"/>
              <a:gd name="GluePoint2Y" fmla="*/ 1605520 h 3703"/>
              <a:gd name="GluePoint3X" fmla="*/ 52437 w 2911"/>
              <a:gd name="GluePoint3Y" fmla="*/ 1812794 h 3703"/>
              <a:gd name="GluePoint4X" fmla="*/ 0 w 2911"/>
              <a:gd name="GluePoint4Y" fmla="*/ 2057445 h 3703"/>
              <a:gd name="GluePoint5X" fmla="*/ 20014 w 2911"/>
              <a:gd name="GluePoint5Y" fmla="*/ 2097087 h 3703"/>
              <a:gd name="GluePoint6X" fmla="*/ 168920 w 2911"/>
              <a:gd name="GluePoint6Y" fmla="*/ 1898308 h 3703"/>
              <a:gd name="GluePoint7X" fmla="*/ 305416 w 2911"/>
              <a:gd name="GluePoint7Y" fmla="*/ 1823554 h 3703"/>
              <a:gd name="GluePoint8X" fmla="*/ 1165225 w 2911"/>
              <a:gd name="GluePoint8Y" fmla="*/ 242385 h 3703"/>
              <a:gd name="GluePoint9X" fmla="*/ 1036334 w 2911"/>
              <a:gd name="GluePoint9Y" fmla="*/ 54367 h 3703"/>
              <a:gd name="GluePoint10X" fmla="*/ 917850 w 2911"/>
              <a:gd name="GluePoint10Y" fmla="*/ 0 h 3703"/>
              <a:gd name="GluePoint11X" fmla="*/ 917850 w 2911"/>
              <a:gd name="GluePoint11Y" fmla="*/ 0 h 370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lnTo>
                  <a:pt x="2293" y="0"/>
                </a:lnTo>
                <a:close/>
              </a:path>
            </a:pathLst>
          </a:custGeom>
          <a:solidFill>
            <a:srgbClr val="703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  <p:sp>
        <p:nvSpPr>
          <p:cNvPr id="9" name="Freeform 9"/>
          <p:cNvSpPr/>
          <p:nvPr/>
        </p:nvSpPr>
        <p:spPr>
          <a:xfrm rot="18427200">
            <a:off x="7831080" y="191880"/>
            <a:ext cx="1025640" cy="1571400"/>
          </a:xfrm>
          <a:custGeom>
            <a:avLst/>
            <a:gdLst>
              <a:gd name="GluePoint1X" fmla="*/ 0 w 2561"/>
              <a:gd name="GluePoint1Y" fmla="*/ 1406370 h 2777"/>
              <a:gd name="GluePoint2X" fmla="*/ 172990 w 2561"/>
              <a:gd name="GluePoint2Y" fmla="*/ 1444854 h 2777"/>
              <a:gd name="GluePoint3X" fmla="*/ 294723 w 2561"/>
              <a:gd name="GluePoint3Y" fmla="*/ 1571625 h 2777"/>
              <a:gd name="GluePoint4X" fmla="*/ 1025525 w 2561"/>
              <a:gd name="GluePoint4Y" fmla="*/ 225811 h 2777"/>
              <a:gd name="GluePoint5X" fmla="*/ 848130 w 2561"/>
              <a:gd name="GluePoint5Y" fmla="*/ 46407 h 2777"/>
              <a:gd name="GluePoint6X" fmla="*/ 760034 w 2561"/>
              <a:gd name="GluePoint6Y" fmla="*/ 0 h 2777"/>
              <a:gd name="GluePoint7X" fmla="*/ 0 w 2561"/>
              <a:gd name="GluePoint7Y" fmla="*/ 1406370 h 2777"/>
              <a:gd name="GluePoint8X" fmla="*/ 0 w 2561"/>
              <a:gd name="GluePoint8Y" fmla="*/ 1406370 h 277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l" t="t" r="r" b="b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lnTo>
                  <a:pt x="0" y="2485"/>
                </a:lnTo>
                <a:close/>
              </a:path>
            </a:pathLst>
          </a:custGeom>
          <a:solidFill>
            <a:srgbClr val="FFB8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7920" y="5540400"/>
            <a:ext cx="1784520" cy="1246320"/>
            <a:chOff x="7920" y="5540400"/>
            <a:chExt cx="1784520" cy="1246320"/>
          </a:xfrm>
        </p:grpSpPr>
        <p:sp>
          <p:nvSpPr>
            <p:cNvPr id="11" name="Freeform 11"/>
            <p:cNvSpPr/>
            <p:nvPr/>
          </p:nvSpPr>
          <p:spPr>
            <a:xfrm>
              <a:off x="38160" y="5564160"/>
              <a:ext cx="1728720" cy="1030320"/>
            </a:xfrm>
            <a:custGeom>
              <a:avLst/>
              <a:gdLst>
                <a:gd name="GluePoint1X" fmla="*/ 794 w 2177"/>
                <a:gd name="GluePoint1Y" fmla="*/ 630 h 1298"/>
                <a:gd name="GluePoint2X" fmla="*/ 710 w 2177"/>
                <a:gd name="GluePoint2Y" fmla="*/ 553 h 1298"/>
                <a:gd name="GluePoint3X" fmla="*/ 666 w 2177"/>
                <a:gd name="GluePoint3Y" fmla="*/ 239 h 1298"/>
                <a:gd name="GluePoint4X" fmla="*/ 1070 w 2177"/>
                <a:gd name="GluePoint4Y" fmla="*/ 165 h 1298"/>
                <a:gd name="GluePoint5X" fmla="*/ 1089 w 2177"/>
                <a:gd name="GluePoint5Y" fmla="*/ 102 h 1298"/>
                <a:gd name="GluePoint6X" fmla="*/ 1050 w 2177"/>
                <a:gd name="GluePoint6Y" fmla="*/ 50 h 1298"/>
                <a:gd name="GluePoint7X" fmla="*/ 638 w 2177"/>
                <a:gd name="GluePoint7Y" fmla="*/ 106 h 1298"/>
                <a:gd name="GluePoint8X" fmla="*/ 610 w 2177"/>
                <a:gd name="GluePoint8Y" fmla="*/ 16 h 1298"/>
                <a:gd name="GluePoint9X" fmla="*/ 543 w 2177"/>
                <a:gd name="GluePoint9Y" fmla="*/ 0 h 1298"/>
                <a:gd name="GluePoint10X" fmla="*/ 479 w 2177"/>
                <a:gd name="GluePoint10Y" fmla="*/ 14 h 1298"/>
                <a:gd name="GluePoint11X" fmla="*/ 444 w 2177"/>
                <a:gd name="GluePoint11Y" fmla="*/ 53 h 1298"/>
                <a:gd name="GluePoint12X" fmla="*/ 469 w 2177"/>
                <a:gd name="GluePoint12Y" fmla="*/ 143 h 1298"/>
                <a:gd name="GluePoint13X" fmla="*/ 330 w 2177"/>
                <a:gd name="GluePoint13Y" fmla="*/ 221 h 1298"/>
                <a:gd name="GluePoint14X" fmla="*/ 492 w 2177"/>
                <a:gd name="GluePoint14Y" fmla="*/ 237 h 1298"/>
                <a:gd name="GluePoint15X" fmla="*/ 556 w 2177"/>
                <a:gd name="GluePoint15Y" fmla="*/ 445 h 1298"/>
                <a:gd name="GluePoint16X" fmla="*/ 71 w 2177"/>
                <a:gd name="GluePoint16Y" fmla="*/ 235 h 1298"/>
                <a:gd name="GluePoint17X" fmla="*/ 23 w 2177"/>
                <a:gd name="GluePoint17Y" fmla="*/ 255 h 1298"/>
                <a:gd name="GluePoint18X" fmla="*/ 0 w 2177"/>
                <a:gd name="GluePoint18Y" fmla="*/ 318 h 1298"/>
                <a:gd name="GluePoint19X" fmla="*/ 28 w 2177"/>
                <a:gd name="GluePoint19Y" fmla="*/ 390 h 1298"/>
                <a:gd name="GluePoint20X" fmla="*/ 570 w 2177"/>
                <a:gd name="GluePoint20Y" fmla="*/ 644 h 1298"/>
                <a:gd name="GluePoint21X" fmla="*/ 689 w 2177"/>
                <a:gd name="GluePoint21Y" fmla="*/ 628 h 1298"/>
                <a:gd name="GluePoint22X" fmla="*/ 785 w 2177"/>
                <a:gd name="GluePoint22Y" fmla="*/ 649 h 1298"/>
                <a:gd name="GluePoint23X" fmla="*/ 794 w 2177"/>
                <a:gd name="GluePoint23Y" fmla="*/ 630 h 1298"/>
                <a:gd name="GluePoint24X" fmla="*/ 794 w 2177"/>
                <a:gd name="GluePoint24Y" fmla="*/ 630 h 129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l" t="t" r="r" b="b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B2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622520" y="5686560"/>
              <a:ext cx="112680" cy="204480"/>
            </a:xfrm>
            <a:custGeom>
              <a:avLst/>
              <a:gdLst>
                <a:gd name="GluePoint1X" fmla="*/ 0 w 143"/>
                <a:gd name="GluePoint1Y" fmla="*/ 4 h 258"/>
                <a:gd name="GluePoint2X" fmla="*/ 60 w 143"/>
                <a:gd name="GluePoint2Y" fmla="*/ 0 h 258"/>
                <a:gd name="GluePoint3X" fmla="*/ 71 w 143"/>
                <a:gd name="GluePoint3Y" fmla="*/ 117 h 258"/>
                <a:gd name="GluePoint4X" fmla="*/ 4 w 143"/>
                <a:gd name="GluePoint4Y" fmla="*/ 129 h 258"/>
                <a:gd name="GluePoint5X" fmla="*/ 0 w 143"/>
                <a:gd name="GluePoint5Y" fmla="*/ 4 h 258"/>
                <a:gd name="GluePoint6X" fmla="*/ 0 w 143"/>
                <a:gd name="GluePoint6Y" fmla="*/ 4 h 25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FFE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B2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31680" y="5991120"/>
              <a:ext cx="1257480" cy="650880"/>
            </a:xfrm>
            <a:custGeom>
              <a:avLst/>
              <a:gdLst>
                <a:gd name="GluePoint1X" fmla="*/ 68 w 1586"/>
                <a:gd name="GluePoint1Y" fmla="*/ 0 h 821"/>
                <a:gd name="GluePoint2X" fmla="*/ 665 w 1586"/>
                <a:gd name="GluePoint2Y" fmla="*/ 259 h 821"/>
                <a:gd name="GluePoint3X" fmla="*/ 713 w 1586"/>
                <a:gd name="GluePoint3Y" fmla="*/ 319 h 821"/>
                <a:gd name="GluePoint4X" fmla="*/ 792 w 1586"/>
                <a:gd name="GluePoint4Y" fmla="*/ 396 h 821"/>
                <a:gd name="GluePoint5X" fmla="*/ 782 w 1586"/>
                <a:gd name="GluePoint5Y" fmla="*/ 410 h 821"/>
                <a:gd name="GluePoint6X" fmla="*/ 674 w 1586"/>
                <a:gd name="GluePoint6Y" fmla="*/ 393 h 821"/>
                <a:gd name="GluePoint7X" fmla="*/ 572 w 1586"/>
                <a:gd name="GluePoint7Y" fmla="*/ 405 h 821"/>
                <a:gd name="GluePoint8X" fmla="*/ 21 w 1586"/>
                <a:gd name="GluePoint8Y" fmla="*/ 149 h 821"/>
                <a:gd name="GluePoint9X" fmla="*/ 0 w 1586"/>
                <a:gd name="GluePoint9Y" fmla="*/ 75 h 821"/>
                <a:gd name="GluePoint10X" fmla="*/ 23 w 1586"/>
                <a:gd name="GluePoint10Y" fmla="*/ 16 h 821"/>
                <a:gd name="GluePoint11X" fmla="*/ 68 w 1586"/>
                <a:gd name="GluePoint11Y" fmla="*/ 0 h 821"/>
                <a:gd name="GluePoint12X" fmla="*/ 68 w 1586"/>
                <a:gd name="GluePoint12Y" fmla="*/ 0 h 82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l" t="t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B2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4" name="Freeform 14"/>
            <p:cNvSpPr/>
            <p:nvPr/>
          </p:nvSpPr>
          <p:spPr>
            <a:xfrm>
              <a:off x="204840" y="6045120"/>
              <a:ext cx="833400" cy="593640"/>
            </a:xfrm>
            <a:custGeom>
              <a:avLst/>
              <a:gdLst>
                <a:gd name="GluePoint1X" fmla="*/ 0 w 1049"/>
                <a:gd name="GluePoint1Y" fmla="*/ 163 h 747"/>
                <a:gd name="GluePoint2X" fmla="*/ 461 w 1049"/>
                <a:gd name="GluePoint2Y" fmla="*/ 374 h 747"/>
                <a:gd name="GluePoint3X" fmla="*/ 470 w 1049"/>
                <a:gd name="GluePoint3Y" fmla="*/ 267 h 747"/>
                <a:gd name="GluePoint4X" fmla="*/ 525 w 1049"/>
                <a:gd name="GluePoint4Y" fmla="*/ 211 h 747"/>
                <a:gd name="GluePoint5X" fmla="*/ 39 w 1049"/>
                <a:gd name="GluePoint5Y" fmla="*/ 0 h 747"/>
                <a:gd name="GluePoint6X" fmla="*/ 0 w 1049"/>
                <a:gd name="GluePoint6Y" fmla="*/ 64 h 747"/>
                <a:gd name="GluePoint7X" fmla="*/ 0 w 1049"/>
                <a:gd name="GluePoint7Y" fmla="*/ 163 h 747"/>
                <a:gd name="GluePoint8X" fmla="*/ 0 w 1049"/>
                <a:gd name="GluePoint8Y" fmla="*/ 163 h 7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l" t="t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rgbClr val="FFB8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B2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70040" y="5607000"/>
              <a:ext cx="214200" cy="192240"/>
            </a:xfrm>
            <a:custGeom>
              <a:avLst/>
              <a:gdLst>
                <a:gd name="GluePoint1X" fmla="*/ 0 w 272"/>
                <a:gd name="GluePoint1Y" fmla="*/ 14 h 241"/>
                <a:gd name="GluePoint2X" fmla="*/ 79 w 272"/>
                <a:gd name="GluePoint2Y" fmla="*/ 0 h 241"/>
                <a:gd name="GluePoint3X" fmla="*/ 125 w 272"/>
                <a:gd name="GluePoint3Y" fmla="*/ 18 h 241"/>
                <a:gd name="GluePoint4X" fmla="*/ 135 w 272"/>
                <a:gd name="GluePoint4Y" fmla="*/ 70 h 241"/>
                <a:gd name="GluePoint5X" fmla="*/ 81 w 272"/>
                <a:gd name="GluePoint5Y" fmla="*/ 73 h 241"/>
                <a:gd name="GluePoint6X" fmla="*/ 16 w 272"/>
                <a:gd name="GluePoint6Y" fmla="*/ 121 h 241"/>
                <a:gd name="GluePoint7X" fmla="*/ 0 w 272"/>
                <a:gd name="GluePoint7Y" fmla="*/ 14 h 241"/>
                <a:gd name="GluePoint8X" fmla="*/ 0 w 272"/>
                <a:gd name="GluePoint8Y" fmla="*/ 14 h 2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l" t="t" r="r" b="b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B2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B2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1017720" y="6608880"/>
              <a:ext cx="120600" cy="177840"/>
            </a:xfrm>
            <a:custGeom>
              <a:avLst/>
              <a:gdLst>
                <a:gd name="GluePoint1X" fmla="*/ 76 w 152"/>
                <a:gd name="GluePoint1Y" fmla="*/ 2 h 224"/>
                <a:gd name="GluePoint2X" fmla="*/ 76 w 152"/>
                <a:gd name="GluePoint2Y" fmla="*/ 112 h 224"/>
                <a:gd name="GluePoint3X" fmla="*/ 0 w 152"/>
                <a:gd name="GluePoint3Y" fmla="*/ 4 h 224"/>
                <a:gd name="GluePoint4X" fmla="*/ 36 w 152"/>
                <a:gd name="GluePoint4Y" fmla="*/ 0 h 224"/>
                <a:gd name="GluePoint5X" fmla="*/ 76 w 152"/>
                <a:gd name="GluePoint5Y" fmla="*/ 2 h 224"/>
                <a:gd name="GluePoint6X" fmla="*/ 76 w 152"/>
                <a:gd name="GluePoint6Y" fmla="*/ 2 h 2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l" t="t" r="r" b="b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rgbClr val="00B2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B2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00280" y="5726160"/>
              <a:ext cx="306360" cy="608040"/>
            </a:xfrm>
            <a:custGeom>
              <a:avLst/>
              <a:gdLst>
                <a:gd name="GluePoint1X" fmla="*/ 0 w 386"/>
                <a:gd name="GluePoint1Y" fmla="*/ 40 h 764"/>
                <a:gd name="GluePoint2X" fmla="*/ 44 w 386"/>
                <a:gd name="GluePoint2Y" fmla="*/ 0 h 764"/>
                <a:gd name="GluePoint3X" fmla="*/ 116 w 386"/>
                <a:gd name="GluePoint3Y" fmla="*/ 3 h 764"/>
                <a:gd name="GluePoint4X" fmla="*/ 193 w 386"/>
                <a:gd name="GluePoint4Y" fmla="*/ 383 h 764"/>
                <a:gd name="GluePoint5X" fmla="*/ 140 w 386"/>
                <a:gd name="GluePoint5Y" fmla="*/ 361 h 764"/>
                <a:gd name="GluePoint6X" fmla="*/ 76 w 386"/>
                <a:gd name="GluePoint6Y" fmla="*/ 339 h 764"/>
                <a:gd name="GluePoint7X" fmla="*/ 0 w 386"/>
                <a:gd name="GluePoint7Y" fmla="*/ 40 h 764"/>
                <a:gd name="GluePoint8X" fmla="*/ 0 w 386"/>
                <a:gd name="GluePoint8Y" fmla="*/ 40 h 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l" t="t" r="r" b="b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FFB8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B2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060560" y="5699160"/>
              <a:ext cx="577800" cy="276120"/>
            </a:xfrm>
            <a:custGeom>
              <a:avLst/>
              <a:gdLst>
                <a:gd name="GluePoint1X" fmla="*/ 346 w 728"/>
                <a:gd name="GluePoint1Y" fmla="*/ 0 h 348"/>
                <a:gd name="GluePoint2X" fmla="*/ 0 w 728"/>
                <a:gd name="GluePoint2Y" fmla="*/ 53 h 348"/>
                <a:gd name="GluePoint3X" fmla="*/ 14 w 728"/>
                <a:gd name="GluePoint3Y" fmla="*/ 174 h 348"/>
                <a:gd name="GluePoint4X" fmla="*/ 358 w 728"/>
                <a:gd name="GluePoint4Y" fmla="*/ 119 h 348"/>
                <a:gd name="GluePoint5X" fmla="*/ 364 w 728"/>
                <a:gd name="GluePoint5Y" fmla="*/ 22 h 348"/>
                <a:gd name="GluePoint6X" fmla="*/ 346 w 728"/>
                <a:gd name="GluePoint6Y" fmla="*/ 0 h 348"/>
                <a:gd name="GluePoint7X" fmla="*/ 346 w 728"/>
                <a:gd name="GluePoint7Y" fmla="*/ 0 h 3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l" t="t" r="r" b="b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rgbClr val="FFB8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B2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50800" y="5862600"/>
              <a:ext cx="247680" cy="106560"/>
            </a:xfrm>
            <a:custGeom>
              <a:avLst/>
              <a:gdLst>
                <a:gd name="GluePoint1X" fmla="*/ 136 w 312"/>
                <a:gd name="GluePoint1Y" fmla="*/ 0 h 135"/>
                <a:gd name="GluePoint2X" fmla="*/ 0 w 312"/>
                <a:gd name="GluePoint2Y" fmla="*/ 39 h 135"/>
                <a:gd name="GluePoint3X" fmla="*/ 156 w 312"/>
                <a:gd name="GluePoint3Y" fmla="*/ 67 h 135"/>
                <a:gd name="GluePoint4X" fmla="*/ 136 w 312"/>
                <a:gd name="GluePoint4Y" fmla="*/ 0 h 135"/>
                <a:gd name="GluePoint5X" fmla="*/ 136 w 312"/>
                <a:gd name="GluePoint5Y" fmla="*/ 0 h 1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l" t="t" r="r" b="b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rgbClr val="FFEF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B200"/>
                </a:solidFill>
                <a:effectLst/>
                <a:uFillTx/>
                <a:latin typeface="Comic Sans MS"/>
              </a:endParaRP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920" y="5540400"/>
              <a:ext cx="1784520" cy="1238400"/>
              <a:chOff x="7920" y="5540400"/>
              <a:chExt cx="1784520" cy="1238400"/>
            </a:xfrm>
          </p:grpSpPr>
          <p:grpSp>
            <p:nvGrpSpPr>
              <p:cNvPr id="21" name="Group 21"/>
              <p:cNvGrpSpPr/>
              <p:nvPr/>
            </p:nvGrpSpPr>
            <p:grpSpPr>
              <a:xfrm>
                <a:off x="792000" y="5654520"/>
                <a:ext cx="870120" cy="1124280"/>
                <a:chOff x="792000" y="5654520"/>
                <a:chExt cx="870120" cy="112428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92000" y="5694480"/>
                  <a:ext cx="249480" cy="137880"/>
                </a:xfrm>
                <a:custGeom>
                  <a:avLst/>
                  <a:gdLst>
                    <a:gd name="GluePoint1X" fmla="*/ 0 w 313"/>
                    <a:gd name="GluePoint1Y" fmla="*/ 53 h 175"/>
                    <a:gd name="GluePoint2X" fmla="*/ 57 w 313"/>
                    <a:gd name="GluePoint2Y" fmla="*/ 5 h 175"/>
                    <a:gd name="GluePoint3X" fmla="*/ 107 w 313"/>
                    <a:gd name="GluePoint3Y" fmla="*/ 0 h 175"/>
                    <a:gd name="GluePoint4X" fmla="*/ 146 w 313"/>
                    <a:gd name="GluePoint4Y" fmla="*/ 13 h 175"/>
                    <a:gd name="GluePoint5X" fmla="*/ 157 w 313"/>
                    <a:gd name="GluePoint5Y" fmla="*/ 45 h 175"/>
                    <a:gd name="GluePoint6X" fmla="*/ 84 w 313"/>
                    <a:gd name="GluePoint6Y" fmla="*/ 33 h 175"/>
                    <a:gd name="GluePoint7X" fmla="*/ 37 w 313"/>
                    <a:gd name="GluePoint7Y" fmla="*/ 50 h 175"/>
                    <a:gd name="GluePoint8X" fmla="*/ 7 w 313"/>
                    <a:gd name="GluePoint8Y" fmla="*/ 87 h 175"/>
                    <a:gd name="GluePoint9X" fmla="*/ 0 w 313"/>
                    <a:gd name="GluePoint9Y" fmla="*/ 53 h 175"/>
                    <a:gd name="GluePoint10X" fmla="*/ 0 w 313"/>
                    <a:gd name="GluePoint10Y" fmla="*/ 53 h 1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</a:cxnLst>
                  <a:rect l="l" t="t" r="r" b="b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1009800" y="6567480"/>
                  <a:ext cx="182520" cy="211320"/>
                </a:xfrm>
                <a:custGeom>
                  <a:avLst/>
                  <a:gdLst>
                    <a:gd name="GluePoint1X" fmla="*/ 0 w 230"/>
                    <a:gd name="GluePoint1Y" fmla="*/ 20 h 266"/>
                    <a:gd name="GluePoint2X" fmla="*/ 80 w 230"/>
                    <a:gd name="GluePoint2Y" fmla="*/ 133 h 266"/>
                    <a:gd name="GluePoint3X" fmla="*/ 115 w 230"/>
                    <a:gd name="GluePoint3Y" fmla="*/ 126 h 266"/>
                    <a:gd name="GluePoint4X" fmla="*/ 112 w 230"/>
                    <a:gd name="GluePoint4Y" fmla="*/ 9 h 266"/>
                    <a:gd name="GluePoint5X" fmla="*/ 83 w 230"/>
                    <a:gd name="GluePoint5Y" fmla="*/ 0 h 266"/>
                    <a:gd name="GluePoint6X" fmla="*/ 90 w 230"/>
                    <a:gd name="GluePoint6Y" fmla="*/ 99 h 266"/>
                    <a:gd name="GluePoint7X" fmla="*/ 36 w 230"/>
                    <a:gd name="GluePoint7Y" fmla="*/ 2 h 266"/>
                    <a:gd name="GluePoint8X" fmla="*/ 0 w 230"/>
                    <a:gd name="GluePoint8Y" fmla="*/ 20 h 266"/>
                    <a:gd name="GluePoint9X" fmla="*/ 0 w 230"/>
                    <a:gd name="GluePoint9Y" fmla="*/ 20 h 26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</a:cxnLst>
                  <a:rect l="l" t="t" r="r" b="b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1593720" y="5654520"/>
                  <a:ext cx="68400" cy="185760"/>
                </a:xfrm>
                <a:custGeom>
                  <a:avLst/>
                  <a:gdLst>
                    <a:gd name="GluePoint1X" fmla="*/ 0 w 87"/>
                    <a:gd name="GluePoint1Y" fmla="*/ 10 h 234"/>
                    <a:gd name="GluePoint2X" fmla="*/ 18 w 87"/>
                    <a:gd name="GluePoint2Y" fmla="*/ 47 h 234"/>
                    <a:gd name="GluePoint3X" fmla="*/ 22 w 87"/>
                    <a:gd name="GluePoint3Y" fmla="*/ 77 h 234"/>
                    <a:gd name="GluePoint4X" fmla="*/ 13 w 87"/>
                    <a:gd name="GluePoint4Y" fmla="*/ 117 h 234"/>
                    <a:gd name="GluePoint5X" fmla="*/ 40 w 87"/>
                    <a:gd name="GluePoint5Y" fmla="*/ 110 h 234"/>
                    <a:gd name="GluePoint6X" fmla="*/ 43 w 87"/>
                    <a:gd name="GluePoint6Y" fmla="*/ 58 h 234"/>
                    <a:gd name="GluePoint7X" fmla="*/ 23 w 87"/>
                    <a:gd name="GluePoint7Y" fmla="*/ 0 h 234"/>
                    <a:gd name="GluePoint8X" fmla="*/ 0 w 87"/>
                    <a:gd name="GluePoint8Y" fmla="*/ 10 h 234"/>
                    <a:gd name="GluePoint9X" fmla="*/ 0 w 87"/>
                    <a:gd name="GluePoint9Y" fmla="*/ 10 h 23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</a:cxnLst>
                  <a:rect l="l" t="t" r="r" b="b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</p:grpSp>
          <p:sp>
            <p:nvSpPr>
              <p:cNvPr id="25" name="Freeform 25"/>
              <p:cNvSpPr/>
              <p:nvPr/>
            </p:nvSpPr>
            <p:spPr>
              <a:xfrm>
                <a:off x="120600" y="5924520"/>
                <a:ext cx="944640" cy="397080"/>
              </a:xfrm>
              <a:custGeom>
                <a:avLst/>
                <a:gdLst>
                  <a:gd name="GluePoint1X" fmla="*/ 50 w 1190"/>
                  <a:gd name="GluePoint1Y" fmla="*/ 0 h 500"/>
                  <a:gd name="GluePoint2X" fmla="*/ 595 w 1190"/>
                  <a:gd name="GluePoint2Y" fmla="*/ 245 h 500"/>
                  <a:gd name="GluePoint3X" fmla="*/ 538 w 1190"/>
                  <a:gd name="GluePoint3Y" fmla="*/ 250 h 500"/>
                  <a:gd name="GluePoint4X" fmla="*/ 0 w 1190"/>
                  <a:gd name="GluePoint4Y" fmla="*/ 14 h 500"/>
                  <a:gd name="GluePoint5X" fmla="*/ 50 w 1190"/>
                  <a:gd name="GluePoint5Y" fmla="*/ 0 h 500"/>
                  <a:gd name="GluePoint6X" fmla="*/ 50 w 1190"/>
                  <a:gd name="GluePoint6Y" fmla="*/ 0 h 5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l" t="t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B200"/>
                  </a:solidFill>
                  <a:effectLst/>
                  <a:uFillTx/>
                  <a:latin typeface="Comic Sans MS"/>
                </a:endParaRPr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412920" y="6168960"/>
                <a:ext cx="387360" cy="235080"/>
              </a:xfrm>
              <a:custGeom>
                <a:avLst/>
                <a:gdLst>
                  <a:gd name="GluePoint1X" fmla="*/ 7 w 489"/>
                  <a:gd name="GluePoint1Y" fmla="*/ 17 h 296"/>
                  <a:gd name="GluePoint2X" fmla="*/ 80 w 489"/>
                  <a:gd name="GluePoint2Y" fmla="*/ 33 h 296"/>
                  <a:gd name="GluePoint3X" fmla="*/ 162 w 489"/>
                  <a:gd name="GluePoint3Y" fmla="*/ 69 h 296"/>
                  <a:gd name="GluePoint4X" fmla="*/ 220 w 489"/>
                  <a:gd name="GluePoint4Y" fmla="*/ 122 h 296"/>
                  <a:gd name="GluePoint5X" fmla="*/ 163 w 489"/>
                  <a:gd name="GluePoint5Y" fmla="*/ 115 h 296"/>
                  <a:gd name="GluePoint6X" fmla="*/ 69 w 489"/>
                  <a:gd name="GluePoint6Y" fmla="*/ 73 h 296"/>
                  <a:gd name="GluePoint7X" fmla="*/ 25 w 489"/>
                  <a:gd name="GluePoint7Y" fmla="*/ 40 h 296"/>
                  <a:gd name="GluePoint8X" fmla="*/ 53 w 489"/>
                  <a:gd name="GluePoint8Y" fmla="*/ 82 h 296"/>
                  <a:gd name="GluePoint9X" fmla="*/ 136 w 489"/>
                  <a:gd name="GluePoint9Y" fmla="*/ 135 h 296"/>
                  <a:gd name="GluePoint10X" fmla="*/ 233 w 489"/>
                  <a:gd name="GluePoint10Y" fmla="*/ 148 h 296"/>
                  <a:gd name="GluePoint11X" fmla="*/ 244 w 489"/>
                  <a:gd name="GluePoint11Y" fmla="*/ 112 h 296"/>
                  <a:gd name="GluePoint12X" fmla="*/ 197 w 489"/>
                  <a:gd name="GluePoint12Y" fmla="*/ 60 h 296"/>
                  <a:gd name="GluePoint13X" fmla="*/ 85 w 489"/>
                  <a:gd name="GluePoint13Y" fmla="*/ 9 h 296"/>
                  <a:gd name="GluePoint14X" fmla="*/ 0 w 489"/>
                  <a:gd name="GluePoint14Y" fmla="*/ 0 h 296"/>
                  <a:gd name="GluePoint15X" fmla="*/ 7 w 489"/>
                  <a:gd name="GluePoint15Y" fmla="*/ 17 h 296"/>
                  <a:gd name="GluePoint16X" fmla="*/ 7 w 489"/>
                  <a:gd name="GluePoint16Y" fmla="*/ 17 h 29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</a:cxnLst>
                <a:rect l="l" t="t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B200"/>
                  </a:solidFill>
                  <a:effectLst/>
                  <a:uFillTx/>
                  <a:latin typeface="Comic Sans MS"/>
                </a:endParaRPr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896760" y="5842080"/>
                <a:ext cx="169920" cy="377640"/>
              </a:xfrm>
              <a:custGeom>
                <a:avLst/>
                <a:gdLst>
                  <a:gd name="GluePoint1X" fmla="*/ 12 w 213"/>
                  <a:gd name="GluePoint1Y" fmla="*/ 0 h 478"/>
                  <a:gd name="GluePoint2X" fmla="*/ 46 w 213"/>
                  <a:gd name="GluePoint2Y" fmla="*/ 12 h 478"/>
                  <a:gd name="GluePoint3X" fmla="*/ 40 w 213"/>
                  <a:gd name="GluePoint3Y" fmla="*/ 96 h 478"/>
                  <a:gd name="GluePoint4X" fmla="*/ 53 w 213"/>
                  <a:gd name="GluePoint4Y" fmla="*/ 163 h 478"/>
                  <a:gd name="GluePoint5X" fmla="*/ 107 w 213"/>
                  <a:gd name="GluePoint5Y" fmla="*/ 225 h 478"/>
                  <a:gd name="GluePoint6X" fmla="*/ 49 w 213"/>
                  <a:gd name="GluePoint6Y" fmla="*/ 238 h 478"/>
                  <a:gd name="GluePoint7X" fmla="*/ 15 w 213"/>
                  <a:gd name="GluePoint7Y" fmla="*/ 171 h 478"/>
                  <a:gd name="GluePoint8X" fmla="*/ 0 w 213"/>
                  <a:gd name="GluePoint8Y" fmla="*/ 28 h 478"/>
                  <a:gd name="GluePoint9X" fmla="*/ 12 w 213"/>
                  <a:gd name="GluePoint9Y" fmla="*/ 0 h 478"/>
                  <a:gd name="GluePoint10X" fmla="*/ 12 w 213"/>
                  <a:gd name="GluePoint10Y" fmla="*/ 0 h 47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</a:cxnLst>
                <a:rect l="l" t="t" r="r" b="b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B200"/>
                  </a:solidFill>
                  <a:effectLst/>
                  <a:uFillTx/>
                  <a:latin typeface="Comic Sans MS"/>
                </a:endParaRPr>
              </a:p>
            </p:txBody>
          </p:sp>
          <p:grpSp>
            <p:nvGrpSpPr>
              <p:cNvPr id="28" name="Group 28"/>
              <p:cNvGrpSpPr/>
              <p:nvPr/>
            </p:nvGrpSpPr>
            <p:grpSpPr>
              <a:xfrm>
                <a:off x="7920" y="5540400"/>
                <a:ext cx="1784520" cy="1076400"/>
                <a:chOff x="7920" y="5540400"/>
                <a:chExt cx="1784520" cy="10764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1062000" y="6426360"/>
                  <a:ext cx="119160" cy="137880"/>
                </a:xfrm>
                <a:custGeom>
                  <a:avLst/>
                  <a:gdLst>
                    <a:gd name="GluePoint1X" fmla="*/ 55 w 150"/>
                    <a:gd name="GluePoint1Y" fmla="*/ 0 h 173"/>
                    <a:gd name="GluePoint2X" fmla="*/ 20 w 150"/>
                    <a:gd name="GluePoint2Y" fmla="*/ 33 h 173"/>
                    <a:gd name="GluePoint3X" fmla="*/ 0 w 150"/>
                    <a:gd name="GluePoint3Y" fmla="*/ 87 h 173"/>
                    <a:gd name="GluePoint4X" fmla="*/ 40 w 150"/>
                    <a:gd name="GluePoint4Y" fmla="*/ 80 h 173"/>
                    <a:gd name="GluePoint5X" fmla="*/ 52 w 150"/>
                    <a:gd name="GluePoint5Y" fmla="*/ 42 h 173"/>
                    <a:gd name="GluePoint6X" fmla="*/ 75 w 150"/>
                    <a:gd name="GluePoint6Y" fmla="*/ 14 h 173"/>
                    <a:gd name="GluePoint7X" fmla="*/ 55 w 150"/>
                    <a:gd name="GluePoint7Y" fmla="*/ 0 h 173"/>
                    <a:gd name="GluePoint8X" fmla="*/ 55 w 150"/>
                    <a:gd name="GluePoint8Y" fmla="*/ 0 h 17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</a:cxnLst>
                  <a:rect l="l" t="t" r="r" b="b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7920" y="5918040"/>
                  <a:ext cx="1336680" cy="698760"/>
                </a:xfrm>
                <a:custGeom>
                  <a:avLst/>
                  <a:gdLst>
                    <a:gd name="GluePoint1X" fmla="*/ 78 w 1684"/>
                    <a:gd name="GluePoint1Y" fmla="*/ 0 h 880"/>
                    <a:gd name="GluePoint2X" fmla="*/ 32 w 1684"/>
                    <a:gd name="GluePoint2Y" fmla="*/ 26 h 880"/>
                    <a:gd name="GluePoint3X" fmla="*/ 0 w 1684"/>
                    <a:gd name="GluePoint3Y" fmla="*/ 104 h 880"/>
                    <a:gd name="GluePoint4X" fmla="*/ 34 w 1684"/>
                    <a:gd name="GluePoint4Y" fmla="*/ 179 h 880"/>
                    <a:gd name="GluePoint5X" fmla="*/ 591 w 1684"/>
                    <a:gd name="GluePoint5Y" fmla="*/ 434 h 880"/>
                    <a:gd name="GluePoint6X" fmla="*/ 711 w 1684"/>
                    <a:gd name="GluePoint6Y" fmla="*/ 418 h 880"/>
                    <a:gd name="GluePoint7X" fmla="*/ 808 w 1684"/>
                    <a:gd name="GluePoint7Y" fmla="*/ 440 h 880"/>
                    <a:gd name="GluePoint8X" fmla="*/ 842 w 1684"/>
                    <a:gd name="GluePoint8Y" fmla="*/ 404 h 880"/>
                    <a:gd name="GluePoint9X" fmla="*/ 751 w 1684"/>
                    <a:gd name="GluePoint9Y" fmla="*/ 332 h 880"/>
                    <a:gd name="GluePoint10X" fmla="*/ 714 w 1684"/>
                    <a:gd name="GluePoint10Y" fmla="*/ 256 h 880"/>
                    <a:gd name="GluePoint11X" fmla="*/ 685 w 1684"/>
                    <a:gd name="GluePoint11Y" fmla="*/ 264 h 880"/>
                    <a:gd name="GluePoint12X" fmla="*/ 720 w 1684"/>
                    <a:gd name="GluePoint12Y" fmla="*/ 332 h 880"/>
                    <a:gd name="GluePoint13X" fmla="*/ 789 w 1684"/>
                    <a:gd name="GluePoint13Y" fmla="*/ 405 h 880"/>
                    <a:gd name="GluePoint14X" fmla="*/ 707 w 1684"/>
                    <a:gd name="GluePoint14Y" fmla="*/ 394 h 880"/>
                    <a:gd name="GluePoint15X" fmla="*/ 610 w 1684"/>
                    <a:gd name="GluePoint15Y" fmla="*/ 407 h 880"/>
                    <a:gd name="GluePoint16X" fmla="*/ 628 w 1684"/>
                    <a:gd name="GluePoint16Y" fmla="*/ 325 h 880"/>
                    <a:gd name="GluePoint17X" fmla="*/ 669 w 1684"/>
                    <a:gd name="GluePoint17Y" fmla="*/ 269 h 880"/>
                    <a:gd name="GluePoint18X" fmla="*/ 621 w 1684"/>
                    <a:gd name="GluePoint18Y" fmla="*/ 276 h 880"/>
                    <a:gd name="GluePoint19X" fmla="*/ 583 w 1684"/>
                    <a:gd name="GluePoint19Y" fmla="*/ 329 h 880"/>
                    <a:gd name="GluePoint20X" fmla="*/ 570 w 1684"/>
                    <a:gd name="GluePoint20Y" fmla="*/ 396 h 880"/>
                    <a:gd name="GluePoint21X" fmla="*/ 54 w 1684"/>
                    <a:gd name="GluePoint21Y" fmla="*/ 155 h 880"/>
                    <a:gd name="GluePoint22X" fmla="*/ 40 w 1684"/>
                    <a:gd name="GluePoint22Y" fmla="*/ 108 h 880"/>
                    <a:gd name="GluePoint23X" fmla="*/ 52 w 1684"/>
                    <a:gd name="GluePoint23Y" fmla="*/ 48 h 880"/>
                    <a:gd name="GluePoint24X" fmla="*/ 109 w 1684"/>
                    <a:gd name="GluePoint24Y" fmla="*/ 0 h 880"/>
                    <a:gd name="GluePoint25X" fmla="*/ 78 w 1684"/>
                    <a:gd name="GluePoint25Y" fmla="*/ 0 h 880"/>
                    <a:gd name="GluePoint26X" fmla="*/ 78 w 1684"/>
                    <a:gd name="GluePoint26Y" fmla="*/ 0 h 88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</a:cxnLst>
                  <a:rect l="l" t="t" r="r" b="b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168120" y="5985000"/>
                  <a:ext cx="127080" cy="264960"/>
                </a:xfrm>
                <a:custGeom>
                  <a:avLst/>
                  <a:gdLst>
                    <a:gd name="GluePoint1X" fmla="*/ 58 w 160"/>
                    <a:gd name="GluePoint1Y" fmla="*/ 0 h 335"/>
                    <a:gd name="GluePoint2X" fmla="*/ 10 w 160"/>
                    <a:gd name="GluePoint2Y" fmla="*/ 53 h 335"/>
                    <a:gd name="GluePoint3X" fmla="*/ 0 w 160"/>
                    <a:gd name="GluePoint3Y" fmla="*/ 115 h 335"/>
                    <a:gd name="GluePoint4X" fmla="*/ 17 w 160"/>
                    <a:gd name="GluePoint4Y" fmla="*/ 157 h 335"/>
                    <a:gd name="GluePoint5X" fmla="*/ 47 w 160"/>
                    <a:gd name="GluePoint5Y" fmla="*/ 167 h 335"/>
                    <a:gd name="GluePoint6X" fmla="*/ 38 w 160"/>
                    <a:gd name="GluePoint6Y" fmla="*/ 77 h 335"/>
                    <a:gd name="GluePoint7X" fmla="*/ 80 w 160"/>
                    <a:gd name="GluePoint7Y" fmla="*/ 8 h 335"/>
                    <a:gd name="GluePoint8X" fmla="*/ 58 w 160"/>
                    <a:gd name="GluePoint8Y" fmla="*/ 0 h 335"/>
                    <a:gd name="GluePoint9X" fmla="*/ 58 w 160"/>
                    <a:gd name="GluePoint9Y" fmla="*/ 0 h 33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</a:cxnLst>
                  <a:rect l="l" t="t" r="r" b="b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32" name="Freeform 32"/>
                <p:cNvSpPr/>
                <p:nvPr/>
              </p:nvSpPr>
              <p:spPr>
                <a:xfrm>
                  <a:off x="712800" y="5540400"/>
                  <a:ext cx="511200" cy="942840"/>
                </a:xfrm>
                <a:custGeom>
                  <a:avLst/>
                  <a:gdLst>
                    <a:gd name="GluePoint1X" fmla="*/ 109 w 642"/>
                    <a:gd name="GluePoint1Y" fmla="*/ 448 h 1188"/>
                    <a:gd name="GluePoint2X" fmla="*/ 0 w 642"/>
                    <a:gd name="GluePoint2Y" fmla="*/ 62 h 1188"/>
                    <a:gd name="GluePoint3X" fmla="*/ 41 w 642"/>
                    <a:gd name="GluePoint3Y" fmla="*/ 19 h 1188"/>
                    <a:gd name="GluePoint4X" fmla="*/ 129 w 642"/>
                    <a:gd name="GluePoint4Y" fmla="*/ 0 h 1188"/>
                    <a:gd name="GluePoint5X" fmla="*/ 200 w 642"/>
                    <a:gd name="GluePoint5Y" fmla="*/ 29 h 1188"/>
                    <a:gd name="GluePoint6X" fmla="*/ 322 w 642"/>
                    <a:gd name="GluePoint6Y" fmla="*/ 594 h 1188"/>
                    <a:gd name="GluePoint7X" fmla="*/ 278 w 642"/>
                    <a:gd name="GluePoint7Y" fmla="*/ 546 h 1188"/>
                    <a:gd name="GluePoint8X" fmla="*/ 178 w 642"/>
                    <a:gd name="GluePoint8Y" fmla="*/ 49 h 1188"/>
                    <a:gd name="GluePoint9X" fmla="*/ 113 w 642"/>
                    <a:gd name="GluePoint9Y" fmla="*/ 31 h 1188"/>
                    <a:gd name="GluePoint10X" fmla="*/ 60 w 642"/>
                    <a:gd name="GluePoint10Y" fmla="*/ 37 h 1188"/>
                    <a:gd name="GluePoint11X" fmla="*/ 38 w 642"/>
                    <a:gd name="GluePoint11Y" fmla="*/ 71 h 1188"/>
                    <a:gd name="GluePoint12X" fmla="*/ 153 w 642"/>
                    <a:gd name="GluePoint12Y" fmla="*/ 462 h 1188"/>
                    <a:gd name="GluePoint13X" fmla="*/ 109 w 642"/>
                    <a:gd name="GluePoint13Y" fmla="*/ 448 h 1188"/>
                    <a:gd name="GluePoint14X" fmla="*/ 109 w 642"/>
                    <a:gd name="GluePoint14Y" fmla="*/ 448 h 11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l" t="t" r="r" b="b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917640" y="5794200"/>
                  <a:ext cx="152280" cy="400320"/>
                </a:xfrm>
                <a:custGeom>
                  <a:avLst/>
                  <a:gdLst>
                    <a:gd name="GluePoint1X" fmla="*/ 0 w 192"/>
                    <a:gd name="GluePoint1Y" fmla="*/ 14 h 504"/>
                    <a:gd name="GluePoint2X" fmla="*/ 38 w 192"/>
                    <a:gd name="GluePoint2Y" fmla="*/ 97 h 504"/>
                    <a:gd name="GluePoint3X" fmla="*/ 57 w 192"/>
                    <a:gd name="GluePoint3Y" fmla="*/ 159 h 504"/>
                    <a:gd name="GluePoint4X" fmla="*/ 58 w 192"/>
                    <a:gd name="GluePoint4Y" fmla="*/ 252 h 504"/>
                    <a:gd name="GluePoint5X" fmla="*/ 96 w 192"/>
                    <a:gd name="GluePoint5Y" fmla="*/ 252 h 504"/>
                    <a:gd name="GluePoint6X" fmla="*/ 94 w 192"/>
                    <a:gd name="GluePoint6Y" fmla="*/ 180 h 504"/>
                    <a:gd name="GluePoint7X" fmla="*/ 81 w 192"/>
                    <a:gd name="GluePoint7Y" fmla="*/ 104 h 504"/>
                    <a:gd name="GluePoint8X" fmla="*/ 50 w 192"/>
                    <a:gd name="GluePoint8Y" fmla="*/ 30 h 504"/>
                    <a:gd name="GluePoint9X" fmla="*/ 32 w 192"/>
                    <a:gd name="GluePoint9Y" fmla="*/ 0 h 504"/>
                    <a:gd name="GluePoint10X" fmla="*/ 0 w 192"/>
                    <a:gd name="GluePoint10Y" fmla="*/ 14 h 504"/>
                    <a:gd name="GluePoint11X" fmla="*/ 0 w 192"/>
                    <a:gd name="GluePoint11Y" fmla="*/ 14 h 50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l" t="t" r="r" b="b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520560" y="5762520"/>
                  <a:ext cx="309600" cy="214560"/>
                </a:xfrm>
                <a:custGeom>
                  <a:avLst/>
                  <a:gdLst>
                    <a:gd name="GluePoint1X" fmla="*/ 149 w 390"/>
                    <a:gd name="GluePoint1Y" fmla="*/ 0 h 269"/>
                    <a:gd name="GluePoint2X" fmla="*/ 129 w 390"/>
                    <a:gd name="GluePoint2Y" fmla="*/ 9 h 269"/>
                    <a:gd name="GluePoint3X" fmla="*/ 127 w 390"/>
                    <a:gd name="GluePoint3Y" fmla="*/ 33 h 269"/>
                    <a:gd name="GluePoint4X" fmla="*/ 0 w 390"/>
                    <a:gd name="GluePoint4Y" fmla="*/ 85 h 269"/>
                    <a:gd name="GluePoint5X" fmla="*/ 0 w 390"/>
                    <a:gd name="GluePoint5Y" fmla="*/ 111 h 269"/>
                    <a:gd name="GluePoint6X" fmla="*/ 142 w 390"/>
                    <a:gd name="GluePoint6Y" fmla="*/ 113 h 269"/>
                    <a:gd name="GluePoint7X" fmla="*/ 160 w 390"/>
                    <a:gd name="GluePoint7Y" fmla="*/ 135 h 269"/>
                    <a:gd name="GluePoint8X" fmla="*/ 195 w 390"/>
                    <a:gd name="GluePoint8Y" fmla="*/ 133 h 269"/>
                    <a:gd name="GluePoint9X" fmla="*/ 192 w 390"/>
                    <a:gd name="GluePoint9Y" fmla="*/ 95 h 269"/>
                    <a:gd name="GluePoint10X" fmla="*/ 58 w 390"/>
                    <a:gd name="GluePoint10Y" fmla="*/ 88 h 269"/>
                    <a:gd name="GluePoint11X" fmla="*/ 167 w 390"/>
                    <a:gd name="GluePoint11Y" fmla="*/ 45 h 269"/>
                    <a:gd name="GluePoint12X" fmla="*/ 149 w 390"/>
                    <a:gd name="GluePoint12Y" fmla="*/ 0 h 269"/>
                    <a:gd name="GluePoint13X" fmla="*/ 149 w 390"/>
                    <a:gd name="GluePoint13Y" fmla="*/ 0 h 26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l" t="t" r="r" b="b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1044720" y="5616720"/>
                  <a:ext cx="747720" cy="336240"/>
                </a:xfrm>
                <a:custGeom>
                  <a:avLst/>
                  <a:gdLst>
                    <a:gd name="GluePoint1X" fmla="*/ 0 w 941"/>
                    <a:gd name="GluePoint1Y" fmla="*/ 66 h 424"/>
                    <a:gd name="GluePoint2X" fmla="*/ 432 w 941"/>
                    <a:gd name="GluePoint2Y" fmla="*/ 0 h 424"/>
                    <a:gd name="GluePoint3X" fmla="*/ 463 w 941"/>
                    <a:gd name="GluePoint3Y" fmla="*/ 39 h 424"/>
                    <a:gd name="GluePoint4X" fmla="*/ 471 w 941"/>
                    <a:gd name="GluePoint4Y" fmla="*/ 91 h 424"/>
                    <a:gd name="GluePoint5X" fmla="*/ 452 w 941"/>
                    <a:gd name="GluePoint5Y" fmla="*/ 141 h 424"/>
                    <a:gd name="GluePoint6X" fmla="*/ 29 w 941"/>
                    <a:gd name="GluePoint6Y" fmla="*/ 212 h 424"/>
                    <a:gd name="GluePoint7X" fmla="*/ 27 w 941"/>
                    <a:gd name="GluePoint7Y" fmla="*/ 192 h 424"/>
                    <a:gd name="GluePoint8X" fmla="*/ 432 w 941"/>
                    <a:gd name="GluePoint8Y" fmla="*/ 121 h 424"/>
                    <a:gd name="GluePoint9X" fmla="*/ 447 w 941"/>
                    <a:gd name="GluePoint9Y" fmla="*/ 73 h 424"/>
                    <a:gd name="GluePoint10X" fmla="*/ 420 w 941"/>
                    <a:gd name="GluePoint10Y" fmla="*/ 29 h 424"/>
                    <a:gd name="GluePoint11X" fmla="*/ 0 w 941"/>
                    <a:gd name="GluePoint11Y" fmla="*/ 93 h 424"/>
                    <a:gd name="GluePoint12X" fmla="*/ 0 w 941"/>
                    <a:gd name="GluePoint12Y" fmla="*/ 66 h 424"/>
                    <a:gd name="GluePoint13X" fmla="*/ 0 w 941"/>
                    <a:gd name="GluePoint13Y" fmla="*/ 66 h 42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l" t="t" r="r" b="b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1138320" y="5724360"/>
                  <a:ext cx="388800" cy="136800"/>
                </a:xfrm>
                <a:custGeom>
                  <a:avLst/>
                  <a:gdLst>
                    <a:gd name="GluePoint1X" fmla="*/ 0 w 488"/>
                    <a:gd name="GluePoint1Y" fmla="*/ 63 h 173"/>
                    <a:gd name="GluePoint2X" fmla="*/ 33 w 488"/>
                    <a:gd name="GluePoint2Y" fmla="*/ 86 h 173"/>
                    <a:gd name="GluePoint3X" fmla="*/ 111 w 488"/>
                    <a:gd name="GluePoint3Y" fmla="*/ 83 h 173"/>
                    <a:gd name="GluePoint4X" fmla="*/ 210 w 488"/>
                    <a:gd name="GluePoint4Y" fmla="*/ 58 h 173"/>
                    <a:gd name="GluePoint5X" fmla="*/ 245 w 488"/>
                    <a:gd name="GluePoint5Y" fmla="*/ 21 h 173"/>
                    <a:gd name="GluePoint6X" fmla="*/ 222 w 488"/>
                    <a:gd name="GluePoint6Y" fmla="*/ 1 h 173"/>
                    <a:gd name="GluePoint7X" fmla="*/ 127 w 488"/>
                    <a:gd name="GluePoint7Y" fmla="*/ 0 h 173"/>
                    <a:gd name="GluePoint8X" fmla="*/ 55 w 488"/>
                    <a:gd name="GluePoint8Y" fmla="*/ 6 h 173"/>
                    <a:gd name="GluePoint9X" fmla="*/ 8 w 488"/>
                    <a:gd name="GluePoint9Y" fmla="*/ 38 h 173"/>
                    <a:gd name="GluePoint10X" fmla="*/ 56 w 488"/>
                    <a:gd name="GluePoint10Y" fmla="*/ 47 h 173"/>
                    <a:gd name="GluePoint11X" fmla="*/ 138 w 488"/>
                    <a:gd name="GluePoint11Y" fmla="*/ 26 h 173"/>
                    <a:gd name="GluePoint12X" fmla="*/ 209 w 488"/>
                    <a:gd name="GluePoint12Y" fmla="*/ 26 h 173"/>
                    <a:gd name="GluePoint13X" fmla="*/ 135 w 488"/>
                    <a:gd name="GluePoint13Y" fmla="*/ 55 h 173"/>
                    <a:gd name="GluePoint14X" fmla="*/ 71 w 488"/>
                    <a:gd name="GluePoint14Y" fmla="*/ 63 h 173"/>
                    <a:gd name="GluePoint15X" fmla="*/ 0 w 488"/>
                    <a:gd name="GluePoint15Y" fmla="*/ 63 h 173"/>
                    <a:gd name="GluePoint16X" fmla="*/ 0 w 488"/>
                    <a:gd name="GluePoint16Y" fmla="*/ 63 h 17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</a:cxnLst>
                  <a:rect l="l" t="t" r="r" b="b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</p:grpSp>
        </p:grpSp>
      </p:grpSp>
      <p:grpSp>
        <p:nvGrpSpPr>
          <p:cNvPr id="37" name="Group 37"/>
          <p:cNvGrpSpPr/>
          <p:nvPr/>
        </p:nvGrpSpPr>
        <p:grpSpPr>
          <a:xfrm>
            <a:off x="8680320" y="2116080"/>
            <a:ext cx="385920" cy="4308480"/>
            <a:chOff x="8680320" y="2116080"/>
            <a:chExt cx="385920" cy="4308480"/>
          </a:xfrm>
        </p:grpSpPr>
        <p:sp>
          <p:nvSpPr>
            <p:cNvPr id="38" name="Freeform 38"/>
            <p:cNvSpPr/>
            <p:nvPr/>
          </p:nvSpPr>
          <p:spPr>
            <a:xfrm flipH="1">
              <a:off x="8680320" y="4159080"/>
              <a:ext cx="325440" cy="2265480"/>
            </a:xfrm>
            <a:custGeom>
              <a:avLst/>
              <a:gdLst>
                <a:gd name="GluePoint1X" fmla="*/ 184 w 772"/>
                <a:gd name="GluePoint1Y" fmla="*/ 1379 h 3266"/>
                <a:gd name="GluePoint2X" fmla="*/ 101 w 772"/>
                <a:gd name="GluePoint2Y" fmla="*/ 1287 h 3266"/>
                <a:gd name="GluePoint3X" fmla="*/ 85 w 772"/>
                <a:gd name="GluePoint3Y" fmla="*/ 1216 h 3266"/>
                <a:gd name="GluePoint4X" fmla="*/ 99 w 772"/>
                <a:gd name="GluePoint4Y" fmla="*/ 1111 h 3266"/>
                <a:gd name="GluePoint5X" fmla="*/ 157 w 772"/>
                <a:gd name="GluePoint5Y" fmla="*/ 984 h 3266"/>
                <a:gd name="GluePoint6X" fmla="*/ 170 w 772"/>
                <a:gd name="GluePoint6Y" fmla="*/ 904 h 3266"/>
                <a:gd name="GluePoint7X" fmla="*/ 157 w 772"/>
                <a:gd name="GluePoint7Y" fmla="*/ 851 h 3266"/>
                <a:gd name="GluePoint8X" fmla="*/ 106 w 772"/>
                <a:gd name="GluePoint8Y" fmla="*/ 812 h 3266"/>
                <a:gd name="GluePoint9X" fmla="*/ 96 w 772"/>
                <a:gd name="GluePoint9Y" fmla="*/ 763 h 3266"/>
                <a:gd name="GluePoint10X" fmla="*/ 114 w 772"/>
                <a:gd name="GluePoint10Y" fmla="*/ 693 h 3266"/>
                <a:gd name="GluePoint11X" fmla="*/ 197 w 772"/>
                <a:gd name="GluePoint11Y" fmla="*/ 505 h 3266"/>
                <a:gd name="GluePoint12X" fmla="*/ 205 w 772"/>
                <a:gd name="GluePoint12Y" fmla="*/ 413 h 3266"/>
                <a:gd name="GluePoint13X" fmla="*/ 184 w 772"/>
                <a:gd name="GluePoint13Y" fmla="*/ 312 h 3266"/>
                <a:gd name="GluePoint14X" fmla="*/ 114 w 772"/>
                <a:gd name="GluePoint14Y" fmla="*/ 263 h 3266"/>
                <a:gd name="GluePoint15X" fmla="*/ 53 w 772"/>
                <a:gd name="GluePoint15Y" fmla="*/ 184 h 3266"/>
                <a:gd name="GluePoint16X" fmla="*/ 0 w 772"/>
                <a:gd name="GluePoint16Y" fmla="*/ 0 h 3266"/>
                <a:gd name="GluePoint17X" fmla="*/ 8 w 772"/>
                <a:gd name="GluePoint17Y" fmla="*/ 167 h 3266"/>
                <a:gd name="GluePoint18X" fmla="*/ 48 w 772"/>
                <a:gd name="GluePoint18Y" fmla="*/ 267 h 3266"/>
                <a:gd name="GluePoint19X" fmla="*/ 101 w 772"/>
                <a:gd name="GluePoint19Y" fmla="*/ 329 h 3266"/>
                <a:gd name="GluePoint20X" fmla="*/ 160 w 772"/>
                <a:gd name="GluePoint20Y" fmla="*/ 364 h 3266"/>
                <a:gd name="GluePoint21X" fmla="*/ 163 w 772"/>
                <a:gd name="GluePoint21Y" fmla="*/ 456 h 3266"/>
                <a:gd name="GluePoint22X" fmla="*/ 133 w 772"/>
                <a:gd name="GluePoint22Y" fmla="*/ 553 h 3266"/>
                <a:gd name="GluePoint23X" fmla="*/ 64 w 772"/>
                <a:gd name="GluePoint23Y" fmla="*/ 724 h 3266"/>
                <a:gd name="GluePoint24X" fmla="*/ 61 w 772"/>
                <a:gd name="GluePoint24Y" fmla="*/ 834 h 3266"/>
                <a:gd name="GluePoint25X" fmla="*/ 125 w 772"/>
                <a:gd name="GluePoint25Y" fmla="*/ 895 h 3266"/>
                <a:gd name="GluePoint26X" fmla="*/ 122 w 772"/>
                <a:gd name="GluePoint26Y" fmla="*/ 952 h 3266"/>
                <a:gd name="GluePoint27X" fmla="*/ 66 w 772"/>
                <a:gd name="GluePoint27Y" fmla="*/ 1071 h 3266"/>
                <a:gd name="GluePoint28X" fmla="*/ 42 w 772"/>
                <a:gd name="GluePoint28Y" fmla="*/ 1185 h 3266"/>
                <a:gd name="GluePoint29X" fmla="*/ 64 w 772"/>
                <a:gd name="GluePoint29Y" fmla="*/ 1308 h 3266"/>
                <a:gd name="GluePoint30X" fmla="*/ 114 w 772"/>
                <a:gd name="GluePoint30Y" fmla="*/ 1374 h 3266"/>
                <a:gd name="GluePoint31X" fmla="*/ 178 w 772"/>
                <a:gd name="GluePoint31Y" fmla="*/ 1427 h 3266"/>
                <a:gd name="GluePoint32X" fmla="*/ 184 w 772"/>
                <a:gd name="GluePoint32Y" fmla="*/ 1379 h 3266"/>
                <a:gd name="GluePoint33X" fmla="*/ 184 w 772"/>
                <a:gd name="GluePoint33Y" fmla="*/ 1379 h 326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</a:cxnLst>
              <a:rect l="l" t="t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rgbClr val="703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B200"/>
                </a:solidFill>
                <a:effectLst/>
                <a:uFillTx/>
                <a:latin typeface="Comic Sans MS"/>
              </a:endParaRPr>
            </a:p>
          </p:txBody>
        </p:sp>
        <p:sp>
          <p:nvSpPr>
            <p:cNvPr id="39" name="Freeform 39"/>
            <p:cNvSpPr/>
            <p:nvPr/>
          </p:nvSpPr>
          <p:spPr>
            <a:xfrm flipH="1">
              <a:off x="8740800" y="2116080"/>
              <a:ext cx="325440" cy="2592360"/>
            </a:xfrm>
            <a:custGeom>
              <a:avLst/>
              <a:gdLst>
                <a:gd name="GluePoint1X" fmla="*/ 184 w 772"/>
                <a:gd name="GluePoint1Y" fmla="*/ 1578 h 3266"/>
                <a:gd name="GluePoint2X" fmla="*/ 101 w 772"/>
                <a:gd name="GluePoint2Y" fmla="*/ 1473 h 3266"/>
                <a:gd name="GluePoint3X" fmla="*/ 85 w 772"/>
                <a:gd name="GluePoint3Y" fmla="*/ 1392 h 3266"/>
                <a:gd name="GluePoint4X" fmla="*/ 99 w 772"/>
                <a:gd name="GluePoint4Y" fmla="*/ 1271 h 3266"/>
                <a:gd name="GluePoint5X" fmla="*/ 157 w 772"/>
                <a:gd name="GluePoint5Y" fmla="*/ 1126 h 3266"/>
                <a:gd name="GluePoint6X" fmla="*/ 170 w 772"/>
                <a:gd name="GluePoint6Y" fmla="*/ 1035 h 3266"/>
                <a:gd name="GluePoint7X" fmla="*/ 157 w 772"/>
                <a:gd name="GluePoint7Y" fmla="*/ 974 h 3266"/>
                <a:gd name="GluePoint8X" fmla="*/ 106 w 772"/>
                <a:gd name="GluePoint8Y" fmla="*/ 930 h 3266"/>
                <a:gd name="GluePoint9X" fmla="*/ 96 w 772"/>
                <a:gd name="GluePoint9Y" fmla="*/ 874 h 3266"/>
                <a:gd name="GluePoint10X" fmla="*/ 114 w 772"/>
                <a:gd name="GluePoint10Y" fmla="*/ 794 h 3266"/>
                <a:gd name="GluePoint11X" fmla="*/ 197 w 772"/>
                <a:gd name="GluePoint11Y" fmla="*/ 578 h 3266"/>
                <a:gd name="GluePoint12X" fmla="*/ 205 w 772"/>
                <a:gd name="GluePoint12Y" fmla="*/ 473 h 3266"/>
                <a:gd name="GluePoint13X" fmla="*/ 184 w 772"/>
                <a:gd name="GluePoint13Y" fmla="*/ 357 h 3266"/>
                <a:gd name="GluePoint14X" fmla="*/ 114 w 772"/>
                <a:gd name="GluePoint14Y" fmla="*/ 302 h 3266"/>
                <a:gd name="GluePoint15X" fmla="*/ 53 w 772"/>
                <a:gd name="GluePoint15Y" fmla="*/ 211 h 3266"/>
                <a:gd name="GluePoint16X" fmla="*/ 0 w 772"/>
                <a:gd name="GluePoint16Y" fmla="*/ 0 h 3266"/>
                <a:gd name="GluePoint17X" fmla="*/ 8 w 772"/>
                <a:gd name="GluePoint17Y" fmla="*/ 191 h 3266"/>
                <a:gd name="GluePoint18X" fmla="*/ 48 w 772"/>
                <a:gd name="GluePoint18Y" fmla="*/ 306 h 3266"/>
                <a:gd name="GluePoint19X" fmla="*/ 101 w 772"/>
                <a:gd name="GluePoint19Y" fmla="*/ 377 h 3266"/>
                <a:gd name="GluePoint20X" fmla="*/ 160 w 772"/>
                <a:gd name="GluePoint20Y" fmla="*/ 417 h 3266"/>
                <a:gd name="GluePoint21X" fmla="*/ 163 w 772"/>
                <a:gd name="GluePoint21Y" fmla="*/ 522 h 3266"/>
                <a:gd name="GluePoint22X" fmla="*/ 133 w 772"/>
                <a:gd name="GluePoint22Y" fmla="*/ 633 h 3266"/>
                <a:gd name="GluePoint23X" fmla="*/ 64 w 772"/>
                <a:gd name="GluePoint23Y" fmla="*/ 829 h 3266"/>
                <a:gd name="GluePoint24X" fmla="*/ 61 w 772"/>
                <a:gd name="GluePoint24Y" fmla="*/ 955 h 3266"/>
                <a:gd name="GluePoint25X" fmla="*/ 125 w 772"/>
                <a:gd name="GluePoint25Y" fmla="*/ 1025 h 3266"/>
                <a:gd name="GluePoint26X" fmla="*/ 122 w 772"/>
                <a:gd name="GluePoint26Y" fmla="*/ 1090 h 3266"/>
                <a:gd name="GluePoint27X" fmla="*/ 66 w 772"/>
                <a:gd name="GluePoint27Y" fmla="*/ 1226 h 3266"/>
                <a:gd name="GluePoint28X" fmla="*/ 42 w 772"/>
                <a:gd name="GluePoint28Y" fmla="*/ 1357 h 3266"/>
                <a:gd name="GluePoint29X" fmla="*/ 64 w 772"/>
                <a:gd name="GluePoint29Y" fmla="*/ 1497 h 3266"/>
                <a:gd name="GluePoint30X" fmla="*/ 114 w 772"/>
                <a:gd name="GluePoint30Y" fmla="*/ 1572 h 3266"/>
                <a:gd name="GluePoint31X" fmla="*/ 178 w 772"/>
                <a:gd name="GluePoint31Y" fmla="*/ 1633 h 3266"/>
                <a:gd name="GluePoint32X" fmla="*/ 184 w 772"/>
                <a:gd name="GluePoint32Y" fmla="*/ 1578 h 3266"/>
                <a:gd name="GluePoint33X" fmla="*/ 184 w 772"/>
                <a:gd name="GluePoint33Y" fmla="*/ 1578 h 326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</a:cxnLst>
              <a:rect l="l" t="t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rgbClr val="703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B200"/>
                </a:solidFill>
                <a:effectLst/>
                <a:uFillTx/>
                <a:latin typeface="Comic Sans M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171560" y="-87480"/>
            <a:ext cx="2427480" cy="2247120"/>
            <a:chOff x="7171560" y="-87480"/>
            <a:chExt cx="2427480" cy="2247120"/>
          </a:xfrm>
        </p:grpSpPr>
        <p:grpSp>
          <p:nvGrpSpPr>
            <p:cNvPr id="41" name="Group 41"/>
            <p:cNvGrpSpPr/>
            <p:nvPr/>
          </p:nvGrpSpPr>
          <p:grpSpPr>
            <a:xfrm>
              <a:off x="7171560" y="-87480"/>
              <a:ext cx="2427480" cy="2247120"/>
              <a:chOff x="7171560" y="-87480"/>
              <a:chExt cx="2427480" cy="2247120"/>
            </a:xfrm>
          </p:grpSpPr>
          <p:sp>
            <p:nvSpPr>
              <p:cNvPr id="42" name="Freeform 42"/>
              <p:cNvSpPr/>
              <p:nvPr/>
            </p:nvSpPr>
            <p:spPr>
              <a:xfrm rot="18427200">
                <a:off x="8619840" y="1723680"/>
                <a:ext cx="98640" cy="457200"/>
              </a:xfrm>
              <a:custGeom>
                <a:avLst/>
                <a:gdLst>
                  <a:gd name="GluePoint1X" fmla="*/ 31 w 245"/>
                  <a:gd name="GluePoint1Y" fmla="*/ 3 h 806"/>
                  <a:gd name="GluePoint2X" fmla="*/ 33 w 245"/>
                  <a:gd name="GluePoint2Y" fmla="*/ 122 h 806"/>
                  <a:gd name="GluePoint3X" fmla="*/ 0 w 245"/>
                  <a:gd name="GluePoint3Y" fmla="*/ 288 h 806"/>
                  <a:gd name="GluePoint4X" fmla="*/ 20 w 245"/>
                  <a:gd name="GluePoint4Y" fmla="*/ 282 h 806"/>
                  <a:gd name="GluePoint5X" fmla="*/ 55 w 245"/>
                  <a:gd name="GluePoint5Y" fmla="*/ 134 h 806"/>
                  <a:gd name="GluePoint6X" fmla="*/ 62 w 245"/>
                  <a:gd name="GluePoint6Y" fmla="*/ 0 h 806"/>
                  <a:gd name="GluePoint7X" fmla="*/ 31 w 245"/>
                  <a:gd name="GluePoint7Y" fmla="*/ 3 h 806"/>
                  <a:gd name="GluePoint8X" fmla="*/ 31 w 245"/>
                  <a:gd name="GluePoint8Y" fmla="*/ 3 h 80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</a:cxnLst>
                <a:rect l="l" t="t" r="r" b="b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B200"/>
                  </a:solidFill>
                  <a:effectLst/>
                  <a:uFillTx/>
                  <a:latin typeface="Comic Sans MS"/>
                </a:endParaRPr>
              </a:p>
            </p:txBody>
          </p:sp>
          <p:grpSp>
            <p:nvGrpSpPr>
              <p:cNvPr id="43" name="Group 43"/>
              <p:cNvGrpSpPr/>
              <p:nvPr/>
            </p:nvGrpSpPr>
            <p:grpSpPr>
              <a:xfrm>
                <a:off x="7171560" y="-87480"/>
                <a:ext cx="2427480" cy="2247120"/>
                <a:chOff x="7171560" y="-87480"/>
                <a:chExt cx="2427480" cy="2247120"/>
              </a:xfrm>
            </p:grpSpPr>
            <p:sp>
              <p:nvSpPr>
                <p:cNvPr id="44" name="Freeform 44"/>
                <p:cNvSpPr/>
                <p:nvPr/>
              </p:nvSpPr>
              <p:spPr>
                <a:xfrm rot="18427200">
                  <a:off x="7883640" y="111960"/>
                  <a:ext cx="243000" cy="198720"/>
                </a:xfrm>
                <a:custGeom>
                  <a:avLst/>
                  <a:gdLst>
                    <a:gd name="GluePoint1X" fmla="*/ 0 w 604"/>
                    <a:gd name="GluePoint1Y" fmla="*/ 0 h 349"/>
                    <a:gd name="GluePoint2X" fmla="*/ 75 w 604"/>
                    <a:gd name="GluePoint2Y" fmla="*/ 66 h 349"/>
                    <a:gd name="GluePoint3X" fmla="*/ 127 w 604"/>
                    <a:gd name="GluePoint3Y" fmla="*/ 125 h 349"/>
                    <a:gd name="GluePoint4X" fmla="*/ 153 w 604"/>
                    <a:gd name="GluePoint4Y" fmla="*/ 50 h 349"/>
                    <a:gd name="GluePoint5X" fmla="*/ 91 w 604"/>
                    <a:gd name="GluePoint5Y" fmla="*/ 3 h 349"/>
                    <a:gd name="GluePoint6X" fmla="*/ 118 w 604"/>
                    <a:gd name="GluePoint6Y" fmla="*/ 66 h 349"/>
                    <a:gd name="GluePoint7X" fmla="*/ 33 w 604"/>
                    <a:gd name="GluePoint7Y" fmla="*/ 6 h 349"/>
                    <a:gd name="GluePoint8X" fmla="*/ 0 w 604"/>
                    <a:gd name="GluePoint8Y" fmla="*/ 0 h 349"/>
                    <a:gd name="GluePoint9X" fmla="*/ 0 w 604"/>
                    <a:gd name="GluePoint9Y" fmla="*/ 0 h 34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</a:cxnLst>
                  <a:rect l="l" t="t" r="r" b="b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45" name="Freeform 45"/>
                <p:cNvSpPr/>
                <p:nvPr/>
              </p:nvSpPr>
              <p:spPr>
                <a:xfrm rot="18427200">
                  <a:off x="8014320" y="525600"/>
                  <a:ext cx="427320" cy="695160"/>
                </a:xfrm>
                <a:custGeom>
                  <a:avLst/>
                  <a:gdLst>
                    <a:gd name="GluePoint1X" fmla="*/ 187 w 1064"/>
                    <a:gd name="GluePoint1Y" fmla="*/ 46 h 1230"/>
                    <a:gd name="GluePoint2X" fmla="*/ 123 w 1064"/>
                    <a:gd name="GluePoint2Y" fmla="*/ 125 h 1230"/>
                    <a:gd name="GluePoint3X" fmla="*/ 41 w 1064"/>
                    <a:gd name="GluePoint3Y" fmla="*/ 271 h 1230"/>
                    <a:gd name="GluePoint4X" fmla="*/ 0 w 1064"/>
                    <a:gd name="GluePoint4Y" fmla="*/ 392 h 1230"/>
                    <a:gd name="GluePoint5X" fmla="*/ 15 w 1064"/>
                    <a:gd name="GluePoint5Y" fmla="*/ 438 h 1230"/>
                    <a:gd name="GluePoint6X" fmla="*/ 66 w 1064"/>
                    <a:gd name="GluePoint6Y" fmla="*/ 428 h 1230"/>
                    <a:gd name="GluePoint7X" fmla="*/ 146 w 1064"/>
                    <a:gd name="GluePoint7Y" fmla="*/ 325 h 1230"/>
                    <a:gd name="GluePoint8X" fmla="*/ 221 w 1064"/>
                    <a:gd name="GluePoint8Y" fmla="*/ 190 h 1230"/>
                    <a:gd name="GluePoint9X" fmla="*/ 261 w 1064"/>
                    <a:gd name="GluePoint9Y" fmla="*/ 96 h 1230"/>
                    <a:gd name="GluePoint10X" fmla="*/ 269 w 1064"/>
                    <a:gd name="GluePoint10Y" fmla="*/ 30 h 1230"/>
                    <a:gd name="GluePoint11X" fmla="*/ 247 w 1064"/>
                    <a:gd name="GluePoint11Y" fmla="*/ 0 h 1230"/>
                    <a:gd name="GluePoint12X" fmla="*/ 211 w 1064"/>
                    <a:gd name="GluePoint12Y" fmla="*/ 23 h 1230"/>
                    <a:gd name="GluePoint13X" fmla="*/ 245 w 1064"/>
                    <a:gd name="GluePoint13Y" fmla="*/ 38 h 1230"/>
                    <a:gd name="GluePoint14X" fmla="*/ 221 w 1064"/>
                    <a:gd name="GluePoint14Y" fmla="*/ 125 h 1230"/>
                    <a:gd name="GluePoint15X" fmla="*/ 174 w 1064"/>
                    <a:gd name="GluePoint15Y" fmla="*/ 234 h 1230"/>
                    <a:gd name="GluePoint16X" fmla="*/ 88 w 1064"/>
                    <a:gd name="GluePoint16Y" fmla="*/ 359 h 1230"/>
                    <a:gd name="GluePoint17X" fmla="*/ 29 w 1064"/>
                    <a:gd name="GluePoint17Y" fmla="*/ 397 h 1230"/>
                    <a:gd name="GluePoint18X" fmla="*/ 34 w 1064"/>
                    <a:gd name="GluePoint18Y" fmla="*/ 336 h 1230"/>
                    <a:gd name="GluePoint19X" fmla="*/ 110 w 1064"/>
                    <a:gd name="GluePoint19Y" fmla="*/ 179 h 1230"/>
                    <a:gd name="GluePoint20X" fmla="*/ 210 w 1064"/>
                    <a:gd name="GluePoint20Y" fmla="*/ 42 h 1230"/>
                    <a:gd name="GluePoint21X" fmla="*/ 187 w 1064"/>
                    <a:gd name="GluePoint21Y" fmla="*/ 46 h 1230"/>
                    <a:gd name="GluePoint22X" fmla="*/ 187 w 1064"/>
                    <a:gd name="GluePoint22Y" fmla="*/ 46 h 123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</a:cxnLst>
                  <a:rect l="l" t="t" r="r" b="b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46" name="Freeform 46"/>
                <p:cNvSpPr/>
                <p:nvPr/>
              </p:nvSpPr>
              <p:spPr>
                <a:xfrm rot="18427200">
                  <a:off x="7713000" y="288000"/>
                  <a:ext cx="801720" cy="1425600"/>
                </a:xfrm>
                <a:custGeom>
                  <a:avLst/>
                  <a:gdLst>
                    <a:gd name="GluePoint1X" fmla="*/ 490 w 2002"/>
                    <a:gd name="GluePoint1Y" fmla="*/ 0 h 2521"/>
                    <a:gd name="GluePoint2X" fmla="*/ 0 w 2002"/>
                    <a:gd name="GluePoint2Y" fmla="*/ 898 h 2521"/>
                    <a:gd name="GluePoint3X" fmla="*/ 48 w 2002"/>
                    <a:gd name="GluePoint3Y" fmla="*/ 873 h 2521"/>
                    <a:gd name="GluePoint4X" fmla="*/ 505 w 2002"/>
                    <a:gd name="GluePoint4Y" fmla="*/ 22 h 2521"/>
                    <a:gd name="GluePoint5X" fmla="*/ 490 w 2002"/>
                    <a:gd name="GluePoint5Y" fmla="*/ 0 h 2521"/>
                    <a:gd name="GluePoint6X" fmla="*/ 490 w 2002"/>
                    <a:gd name="GluePoint6Y" fmla="*/ 0 h 252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l" t="t" r="r" b="b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47" name="Freeform 47"/>
                <p:cNvSpPr/>
                <p:nvPr/>
              </p:nvSpPr>
              <p:spPr>
                <a:xfrm rot="18427200">
                  <a:off x="7783200" y="-30240"/>
                  <a:ext cx="1203480" cy="2133360"/>
                </a:xfrm>
                <a:custGeom>
                  <a:avLst/>
                  <a:gdLst>
                    <a:gd name="GluePoint1X" fmla="*/ 24 w 3007"/>
                    <a:gd name="GluePoint1Y" fmla="*/ 1014 h 3771"/>
                    <a:gd name="GluePoint2X" fmla="*/ 99 w 3007"/>
                    <a:gd name="GluePoint2Y" fmla="*/ 1010 h 3771"/>
                    <a:gd name="GluePoint3X" fmla="*/ 207 w 3007"/>
                    <a:gd name="GluePoint3Y" fmla="*/ 1072 h 3771"/>
                    <a:gd name="GluePoint4X" fmla="*/ 172 w 3007"/>
                    <a:gd name="GluePoint4Y" fmla="*/ 1004 h 3771"/>
                    <a:gd name="GluePoint5X" fmla="*/ 93 w 3007"/>
                    <a:gd name="GluePoint5Y" fmla="*/ 963 h 3771"/>
                    <a:gd name="GluePoint6X" fmla="*/ 161 w 3007"/>
                    <a:gd name="GluePoint6Y" fmla="*/ 969 h 3771"/>
                    <a:gd name="GluePoint7X" fmla="*/ 247 w 3007"/>
                    <a:gd name="GluePoint7Y" fmla="*/ 1023 h 3771"/>
                    <a:gd name="GluePoint8X" fmla="*/ 721 w 3007"/>
                    <a:gd name="GluePoint8Y" fmla="*/ 150 h 3771"/>
                    <a:gd name="GluePoint9X" fmla="*/ 650 w 3007"/>
                    <a:gd name="GluePoint9Y" fmla="*/ 53 h 3771"/>
                    <a:gd name="GluePoint10X" fmla="*/ 582 w 3007"/>
                    <a:gd name="GluePoint10Y" fmla="*/ 0 h 3771"/>
                    <a:gd name="GluePoint11X" fmla="*/ 679 w 3007"/>
                    <a:gd name="GluePoint11Y" fmla="*/ 28 h 3771"/>
                    <a:gd name="GluePoint12X" fmla="*/ 758 w 3007"/>
                    <a:gd name="GluePoint12Y" fmla="*/ 153 h 3771"/>
                    <a:gd name="GluePoint13X" fmla="*/ 209 w 3007"/>
                    <a:gd name="GluePoint13Y" fmla="*/ 1167 h 3771"/>
                    <a:gd name="GluePoint14X" fmla="*/ 121 w 3007"/>
                    <a:gd name="GluePoint14Y" fmla="*/ 1216 h 3771"/>
                    <a:gd name="GluePoint15X" fmla="*/ 26 w 3007"/>
                    <a:gd name="GluePoint15Y" fmla="*/ 1344 h 3771"/>
                    <a:gd name="GluePoint16X" fmla="*/ 0 w 3007"/>
                    <a:gd name="GluePoint16Y" fmla="*/ 1307 h 3771"/>
                    <a:gd name="GluePoint17X" fmla="*/ 33 w 3007"/>
                    <a:gd name="GluePoint17Y" fmla="*/ 1294 h 3771"/>
                    <a:gd name="GluePoint18X" fmla="*/ 95 w 3007"/>
                    <a:gd name="GluePoint18Y" fmla="*/ 1206 h 3771"/>
                    <a:gd name="GluePoint19X" fmla="*/ 42 w 3007"/>
                    <a:gd name="GluePoint19Y" fmla="*/ 1167 h 3771"/>
                    <a:gd name="GluePoint20X" fmla="*/ 42 w 3007"/>
                    <a:gd name="GluePoint20Y" fmla="*/ 1132 h 3771"/>
                    <a:gd name="GluePoint21X" fmla="*/ 104 w 3007"/>
                    <a:gd name="GluePoint21Y" fmla="*/ 1175 h 3771"/>
                    <a:gd name="GluePoint22X" fmla="*/ 104 w 3007"/>
                    <a:gd name="GluePoint22Y" fmla="*/ 1136 h 3771"/>
                    <a:gd name="GluePoint23X" fmla="*/ 152 w 3007"/>
                    <a:gd name="GluePoint23Y" fmla="*/ 1148 h 3771"/>
                    <a:gd name="GluePoint24X" fmla="*/ 108 w 3007"/>
                    <a:gd name="GluePoint24Y" fmla="*/ 1097 h 3771"/>
                    <a:gd name="GluePoint25X" fmla="*/ 159 w 3007"/>
                    <a:gd name="GluePoint25Y" fmla="*/ 1091 h 3771"/>
                    <a:gd name="GluePoint26X" fmla="*/ 24 w 3007"/>
                    <a:gd name="GluePoint26Y" fmla="*/ 1014 h 3771"/>
                    <a:gd name="GluePoint27X" fmla="*/ 24 w 3007"/>
                    <a:gd name="GluePoint27Y" fmla="*/ 1014 h 377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</a:cxnLst>
                  <a:rect l="l" t="t" r="r" b="b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48" name="Freeform 48"/>
                <p:cNvSpPr/>
                <p:nvPr/>
              </p:nvSpPr>
              <p:spPr>
                <a:xfrm rot="18427200">
                  <a:off x="8409600" y="1422720"/>
                  <a:ext cx="268200" cy="193680"/>
                </a:xfrm>
                <a:custGeom>
                  <a:avLst/>
                  <a:gdLst>
                    <a:gd name="GluePoint1X" fmla="*/ 0 w 673"/>
                    <a:gd name="GluePoint1Y" fmla="*/ 29 h 342"/>
                    <a:gd name="GluePoint2X" fmla="*/ 64 w 673"/>
                    <a:gd name="GluePoint2Y" fmla="*/ 38 h 342"/>
                    <a:gd name="GluePoint3X" fmla="*/ 160 w 673"/>
                    <a:gd name="GluePoint3Y" fmla="*/ 122 h 342"/>
                    <a:gd name="GluePoint4X" fmla="*/ 169 w 673"/>
                    <a:gd name="GluePoint4Y" fmla="*/ 103 h 342"/>
                    <a:gd name="GluePoint5X" fmla="*/ 112 w 673"/>
                    <a:gd name="GluePoint5Y" fmla="*/ 41 h 342"/>
                    <a:gd name="GluePoint6X" fmla="*/ 7 w 673"/>
                    <a:gd name="GluePoint6Y" fmla="*/ 0 h 342"/>
                    <a:gd name="GluePoint7X" fmla="*/ 0 w 673"/>
                    <a:gd name="GluePoint7Y" fmla="*/ 29 h 342"/>
                    <a:gd name="GluePoint8X" fmla="*/ 0 w 673"/>
                    <a:gd name="GluePoint8Y" fmla="*/ 29 h 34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</a:cxnLst>
                  <a:rect l="l" t="t" r="r" b="b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49" name="Freeform 49"/>
                <p:cNvSpPr/>
                <p:nvPr/>
              </p:nvSpPr>
              <p:spPr>
                <a:xfrm rot="18427200">
                  <a:off x="8339400" y="1278360"/>
                  <a:ext cx="287640" cy="228600"/>
                </a:xfrm>
                <a:custGeom>
                  <a:avLst/>
                  <a:gdLst>
                    <a:gd name="GluePoint1X" fmla="*/ 0 w 716"/>
                    <a:gd name="GluePoint1Y" fmla="*/ 28 h 403"/>
                    <a:gd name="GluePoint2X" fmla="*/ 86 w 716"/>
                    <a:gd name="GluePoint2Y" fmla="*/ 53 h 403"/>
                    <a:gd name="GluePoint3X" fmla="*/ 161 w 716"/>
                    <a:gd name="GluePoint3Y" fmla="*/ 144 h 403"/>
                    <a:gd name="GluePoint4X" fmla="*/ 181 w 716"/>
                    <a:gd name="GluePoint4Y" fmla="*/ 106 h 403"/>
                    <a:gd name="GluePoint5X" fmla="*/ 106 w 716"/>
                    <a:gd name="GluePoint5Y" fmla="*/ 41 h 403"/>
                    <a:gd name="GluePoint6X" fmla="*/ 18 w 716"/>
                    <a:gd name="GluePoint6Y" fmla="*/ 0 h 403"/>
                    <a:gd name="GluePoint7X" fmla="*/ 0 w 716"/>
                    <a:gd name="GluePoint7Y" fmla="*/ 28 h 403"/>
                    <a:gd name="GluePoint8X" fmla="*/ 0 w 716"/>
                    <a:gd name="GluePoint8Y" fmla="*/ 28 h 40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</a:cxnLst>
                  <a:rect l="l" t="t" r="r" b="b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50" name="Freeform 50"/>
                <p:cNvSpPr/>
                <p:nvPr/>
              </p:nvSpPr>
              <p:spPr>
                <a:xfrm rot="18427200">
                  <a:off x="7913520" y="333360"/>
                  <a:ext cx="287280" cy="233640"/>
                </a:xfrm>
                <a:custGeom>
                  <a:avLst/>
                  <a:gdLst>
                    <a:gd name="GluePoint1X" fmla="*/ 0 w 717"/>
                    <a:gd name="GluePoint1Y" fmla="*/ 28 h 411"/>
                    <a:gd name="GluePoint2X" fmla="*/ 80 w 717"/>
                    <a:gd name="GluePoint2Y" fmla="*/ 50 h 411"/>
                    <a:gd name="GluePoint3X" fmla="*/ 164 w 717"/>
                    <a:gd name="GluePoint3Y" fmla="*/ 147 h 411"/>
                    <a:gd name="GluePoint4X" fmla="*/ 181 w 717"/>
                    <a:gd name="GluePoint4Y" fmla="*/ 112 h 411"/>
                    <a:gd name="GluePoint5X" fmla="*/ 99 w 717"/>
                    <a:gd name="GluePoint5Y" fmla="*/ 31 h 411"/>
                    <a:gd name="GluePoint6X" fmla="*/ 14 w 717"/>
                    <a:gd name="GluePoint6Y" fmla="*/ 0 h 411"/>
                    <a:gd name="GluePoint7X" fmla="*/ 0 w 717"/>
                    <a:gd name="GluePoint7Y" fmla="*/ 28 h 411"/>
                    <a:gd name="GluePoint8X" fmla="*/ 0 w 717"/>
                    <a:gd name="GluePoint8Y" fmla="*/ 28 h 41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</a:cxnLst>
                  <a:rect l="l" t="t" r="r" b="b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 rot="18427200">
                  <a:off x="7855560" y="224280"/>
                  <a:ext cx="284040" cy="218880"/>
                </a:xfrm>
                <a:custGeom>
                  <a:avLst/>
                  <a:gdLst>
                    <a:gd name="GluePoint1X" fmla="*/ 0 w 709"/>
                    <a:gd name="GluePoint1Y" fmla="*/ 31 h 386"/>
                    <a:gd name="GluePoint2X" fmla="*/ 69 w 709"/>
                    <a:gd name="GluePoint2Y" fmla="*/ 47 h 386"/>
                    <a:gd name="GluePoint3X" fmla="*/ 168 w 709"/>
                    <a:gd name="GluePoint3Y" fmla="*/ 138 h 386"/>
                    <a:gd name="GluePoint4X" fmla="*/ 179 w 709"/>
                    <a:gd name="GluePoint4Y" fmla="*/ 110 h 386"/>
                    <a:gd name="GluePoint5X" fmla="*/ 77 w 709"/>
                    <a:gd name="GluePoint5Y" fmla="*/ 19 h 386"/>
                    <a:gd name="GluePoint6X" fmla="*/ 11 w 709"/>
                    <a:gd name="GluePoint6Y" fmla="*/ 0 h 386"/>
                    <a:gd name="GluePoint7X" fmla="*/ 0 w 709"/>
                    <a:gd name="GluePoint7Y" fmla="*/ 31 h 386"/>
                    <a:gd name="GluePoint8X" fmla="*/ 0 w 709"/>
                    <a:gd name="GluePoint8Y" fmla="*/ 31 h 38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</a:cxnLst>
                  <a:rect l="l" t="t" r="r" b="b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Autofit/>
                </a:bodyPr>
                <a:p>
                  <a:endParaRPr lang="en-US" sz="2400" b="0" u="none" strike="noStrike">
                    <a:solidFill>
                      <a:srgbClr val="00B200"/>
                    </a:solidFill>
                    <a:effectLst/>
                    <a:uFillTx/>
                    <a:latin typeface="Comic Sans MS"/>
                  </a:endParaRPr>
                </a:p>
              </p:txBody>
            </p:sp>
          </p:grpSp>
        </p:grpSp>
        <p:sp>
          <p:nvSpPr>
            <p:cNvPr id="52" name="Line 52"/>
            <p:cNvSpPr/>
            <p:nvPr/>
          </p:nvSpPr>
          <p:spPr>
            <a:xfrm>
              <a:off x="7731000" y="133200"/>
              <a:ext cx="66960" cy="15264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B200"/>
                </a:solidFill>
                <a:effectLst/>
                <a:uFillTx/>
                <a:latin typeface="Comic Sans MS"/>
              </a:endParaRPr>
            </a:p>
          </p:txBody>
        </p:sp>
      </p:grp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6"/>
          <p:cNvPicPr/>
          <p:nvPr/>
        </p:nvPicPr>
        <p:blipFill>
          <a:blip r:embed="rId1"/>
          <a:stretch/>
        </p:blipFill>
        <p:spPr>
          <a:xfrm>
            <a:off x="2133720" y="4724280"/>
            <a:ext cx="5715000" cy="190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Box 7"/>
          <p:cNvSpPr/>
          <p:nvPr/>
        </p:nvSpPr>
        <p:spPr>
          <a:xfrm>
            <a:off x="685800" y="533520"/>
            <a:ext cx="6858000" cy="16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spcBef>
                <a:spcPts val="2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515AD"/>
                </a:solidFill>
                <a:effectLst/>
                <a:uFillTx/>
                <a:latin typeface="Comic Sans MS"/>
                <a:ea typeface="宋体"/>
              </a:rPr>
              <a:t>PASS</a:t>
            </a:r>
            <a:endParaRPr lang="en-US" sz="4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 algn="ctr">
              <a:spcBef>
                <a:spcPts val="2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000" b="0" u="none" strike="noStrike">
                <a:solidFill>
                  <a:srgbClr val="0515AD"/>
                </a:solidFill>
                <a:effectLst/>
                <a:uFillTx/>
                <a:latin typeface="Comic Sans MS"/>
                <a:ea typeface="宋体"/>
              </a:rPr>
              <a:t>帕尔梅托州标准测评</a:t>
            </a:r>
            <a:endParaRPr lang="en-US" sz="4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/>
          </p:nvPr>
        </p:nvSpPr>
        <p:spPr>
          <a:xfrm>
            <a:off x="0" y="228240"/>
            <a:ext cx="8229600" cy="518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测试要点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3-8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年级所有学生必须参加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PASS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或南卡罗来纳州替代测评。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所有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PASS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试题均与南卡罗来纳州学术标准一致。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PASS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包括写作、英语语言艺术、数学、科学和社会研究测试。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PASS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测试不限时。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7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所有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PASS </a:t>
            </a: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测试都包含选择题。写作测试还包括一道扩展回答（写作）题。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440" y="151920"/>
            <a:ext cx="6870600" cy="160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PASS </a:t>
            </a: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的题目会是什么样？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85800" y="2514240"/>
            <a:ext cx="7696080" cy="297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901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以下问题将与 </a:t>
            </a: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PASS </a:t>
            </a:r>
            <a:r>
              <a:rPr lang="zh-CN" sz="3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测试中的问题相似。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Box 4"/>
          <p:cNvSpPr/>
          <p:nvPr/>
        </p:nvSpPr>
        <p:spPr>
          <a:xfrm>
            <a:off x="152280" y="0"/>
            <a:ext cx="8153640" cy="36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英语语言艺术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- </a:t>
            </a: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三年级</a:t>
            </a:r>
            <a:endParaRPr lang="en-US" sz="18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阅读文章，然后回答问题。</a:t>
            </a:r>
            <a:endParaRPr lang="en-US" sz="18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大多数人都知道蜂蜜来自蜂巢。但要制成我们许多人爱吃的黏稠、香甜的蜂蜜，需要大量工作。</a:t>
            </a:r>
            <a:endParaRPr lang="en-US" sz="18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工蜂是蜜蜂的三种类型之一。它们与雄蜂和蜂王一起生活在蜂群或蜂巢中。工蜂是这些蜜蜂中最小的，但所有工作都由它们完成！这些忙碌的蜜蜂每天会拜访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50 </a:t>
            </a: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到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100 </a:t>
            </a: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朵花来采集花蜜。这种由花朵产生的甜液体用于制作蜂蜜。工蜂随后把花蜜喂给蜂王。它们还必须守卫蜂巢入口。蜜蜂每分钟扇动翅膀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11,400 </a:t>
            </a: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次，以保持蜂巢凉爽。如此快速地扇动翅膀会产生人们熟悉的嗡嗡声。</a:t>
            </a:r>
            <a:endParaRPr lang="en-US" sz="18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1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所以下次你把蜂蜜涂在吐司或饼干上时，请想想这些勤劳的蜜蜂。</a:t>
            </a:r>
            <a:endParaRPr lang="en-US" sz="18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 4"/>
          <p:cNvSpPr/>
          <p:nvPr/>
        </p:nvSpPr>
        <p:spPr>
          <a:xfrm>
            <a:off x="380880" y="380880"/>
            <a:ext cx="7467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  <p:sp>
        <p:nvSpPr>
          <p:cNvPr id="60" name="Text Box 5"/>
          <p:cNvSpPr/>
          <p:nvPr/>
        </p:nvSpPr>
        <p:spPr>
          <a:xfrm>
            <a:off x="304920" y="304920"/>
            <a:ext cx="7619760" cy="271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marL="343080" indent="-343080">
              <a:spcBef>
                <a:spcPts val="1250"/>
              </a:spcBef>
              <a:buClr>
                <a:srgbClr val="000000"/>
              </a:buClr>
              <a:buFont typeface="Comic Sans M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这篇文章最好的标题是什么？</a:t>
            </a: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1250"/>
              </a:spcBef>
              <a:buClr>
                <a:srgbClr val="000000"/>
              </a:buClr>
              <a:buFont typeface="Comic Sans M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1250"/>
              </a:spcBef>
              <a:buClr>
                <a:srgbClr val="000000"/>
              </a:buClr>
              <a:buFont typeface="Comic Sans M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A.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蜂蜜的味道</a:t>
            </a: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1250"/>
              </a:spcBef>
              <a:buClr>
                <a:srgbClr val="000000"/>
              </a:buClr>
              <a:buFont typeface="Comic Sans M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B.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嗡嗡，嗡嗡</a:t>
            </a: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1250"/>
              </a:spcBef>
              <a:buClr>
                <a:srgbClr val="000000"/>
              </a:buClr>
              <a:buFont typeface="Comic Sans M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C.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忙碌的蜜蜂</a:t>
            </a: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1250"/>
              </a:spcBef>
              <a:buClr>
                <a:srgbClr val="000000"/>
              </a:buClr>
              <a:buFont typeface="Comic Sans MS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D.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适合蜂王</a:t>
            </a: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  <p:sp>
        <p:nvSpPr>
          <p:cNvPr id="61" name="Text Box 6"/>
          <p:cNvSpPr/>
          <p:nvPr/>
        </p:nvSpPr>
        <p:spPr>
          <a:xfrm>
            <a:off x="762120" y="3581280"/>
            <a:ext cx="52578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答案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= C</a:t>
            </a:r>
            <a:endParaRPr lang="en-US" sz="24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5440" y="151920"/>
            <a:ext cx="6870600" cy="38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写作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四年级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63" name="Text Box 5"/>
          <p:cNvSpPr/>
          <p:nvPr/>
        </p:nvSpPr>
        <p:spPr>
          <a:xfrm>
            <a:off x="380880" y="533520"/>
            <a:ext cx="7696440" cy="440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marL="343080" indent="-343080"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下面哪个句子写法正确？</a:t>
            </a: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A.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如果你让每个人说出几位他们最喜欢的美国运动员，迈克尔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乔丹的名字肯定会在名单上。</a:t>
            </a: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B.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如果你让每个人说出几位他最喜欢的美国运动员，迈克尔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乔丹的名字肯定会在名单上。</a:t>
            </a: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C.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如果你让每个人说出几位他们最喜欢的美国运动员，迈克尔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乔丹的名字肯定会在名单上。</a:t>
            </a: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D.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如果你让每个人说出几位他最喜欢的美国运动员，迈克尔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乔丹的名字肯定会在名单上。</a:t>
            </a: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 marL="343080" indent="-343080"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答案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= D</a:t>
            </a: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5"/>
          <p:cNvPicPr/>
          <p:nvPr/>
        </p:nvPicPr>
        <p:blipFill>
          <a:blip r:embed="rId1"/>
          <a:stretch/>
        </p:blipFill>
        <p:spPr>
          <a:xfrm>
            <a:off x="2678040" y="1219320"/>
            <a:ext cx="3786120" cy="449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Box 6"/>
          <p:cNvSpPr/>
          <p:nvPr/>
        </p:nvSpPr>
        <p:spPr>
          <a:xfrm>
            <a:off x="457200" y="304920"/>
            <a:ext cx="67057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数学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五年级</a:t>
            </a: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  <p:sp>
        <p:nvSpPr>
          <p:cNvPr id="66" name="Text Box 7"/>
          <p:cNvSpPr/>
          <p:nvPr/>
        </p:nvSpPr>
        <p:spPr>
          <a:xfrm>
            <a:off x="533520" y="152280"/>
            <a:ext cx="69339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  <p:sp>
        <p:nvSpPr>
          <p:cNvPr id="67" name="Text Box 8"/>
          <p:cNvSpPr/>
          <p:nvPr/>
        </p:nvSpPr>
        <p:spPr>
          <a:xfrm>
            <a:off x="2590920" y="6095880"/>
            <a:ext cx="46479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答案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= D</a:t>
            </a: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4"/>
          <p:cNvPicPr/>
          <p:nvPr/>
        </p:nvPicPr>
        <p:blipFill>
          <a:blip r:embed="rId1"/>
          <a:stretch/>
        </p:blipFill>
        <p:spPr>
          <a:xfrm>
            <a:off x="295200" y="1198440"/>
            <a:ext cx="8010720" cy="428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Box 5"/>
          <p:cNvSpPr/>
          <p:nvPr/>
        </p:nvSpPr>
        <p:spPr>
          <a:xfrm>
            <a:off x="533520" y="304920"/>
            <a:ext cx="61722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科学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四年级</a:t>
            </a: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4"/>
          <p:cNvPicPr/>
          <p:nvPr/>
        </p:nvPicPr>
        <p:blipFill>
          <a:blip r:embed="rId1"/>
          <a:stretch/>
        </p:blipFill>
        <p:spPr>
          <a:xfrm>
            <a:off x="1905120" y="1035000"/>
            <a:ext cx="5029200" cy="451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Box 5"/>
          <p:cNvSpPr/>
          <p:nvPr/>
        </p:nvSpPr>
        <p:spPr>
          <a:xfrm>
            <a:off x="914400" y="228600"/>
            <a:ext cx="60199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社会研究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四年级</a:t>
            </a:r>
            <a:endParaRPr lang="en-US" sz="20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85440" y="152280"/>
            <a:ext cx="6870600" cy="91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PASS </a:t>
            </a: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测试看起来会是什么样？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85800" y="1828800"/>
            <a:ext cx="7696080" cy="365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测试册看起来会和去年的非常相似。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今年，你不再把答案标在测试册上，而是把答案标在答题卡上。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请反复确认测试册中的题号与你在答题卡上标记的题号一致。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6"/>
          <p:cNvPicPr/>
          <p:nvPr/>
        </p:nvPicPr>
        <p:blipFill>
          <a:blip r:embed="rId1"/>
          <a:stretch/>
        </p:blipFill>
        <p:spPr>
          <a:xfrm>
            <a:off x="2362320" y="152280"/>
            <a:ext cx="5333760" cy="65534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</p:pic>
      <p:sp>
        <p:nvSpPr>
          <p:cNvPr id="75" name="Text Box 7"/>
          <p:cNvSpPr/>
          <p:nvPr/>
        </p:nvSpPr>
        <p:spPr>
          <a:xfrm>
            <a:off x="228600" y="533520"/>
            <a:ext cx="175248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12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你的答题卡会与此类似。不同测试的题目数量会有所不同。</a:t>
            </a:r>
            <a:endParaRPr lang="en-US" sz="18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  <p:sp>
        <p:nvSpPr>
          <p:cNvPr id="76" name="Rectangle 8"/>
          <p:cNvSpPr/>
          <p:nvPr/>
        </p:nvSpPr>
        <p:spPr>
          <a:xfrm>
            <a:off x="4191120" y="152280"/>
            <a:ext cx="1295280" cy="457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85440" y="151920"/>
            <a:ext cx="6870600" cy="83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重要应试提示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85800" y="1295280"/>
            <a:ext cx="3772080" cy="419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sng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应该做：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sng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保持冷静，专注于发挥最佳水平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sng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认真阅读每一道题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sng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检查是否答完所有题目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sng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检查粗心错误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609800" y="1295280"/>
            <a:ext cx="3771720" cy="419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601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睡个好觉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01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吃一顿好早餐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0" algn="l">
              <a:spcBef>
                <a:spcPts val="6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01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不要做：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01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不要因为不会每一道题而沮丧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601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不要匆忙答题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85440" y="151920"/>
            <a:ext cx="6870600" cy="160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PASS </a:t>
            </a: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测试什么时候进行？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85800" y="1828800"/>
            <a:ext cx="3772080" cy="365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12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日（星期二）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0" algn="l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13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日（星期三）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0" algn="l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14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日（星期四）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0" algn="l">
              <a:spcBef>
                <a:spcPts val="499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Clr>
                <a:srgbClr val="000000"/>
              </a:buClr>
              <a:buFont typeface="Comic Sans M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15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日（星期五）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4609800" y="1828800"/>
            <a:ext cx="3771720" cy="365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ELA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（阅读和研究）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数学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科学或社会研究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*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 algn="l">
              <a:spcBef>
                <a:spcPts val="4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社会研究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**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3" name="Text Box 7"/>
          <p:cNvSpPr/>
          <p:nvPr/>
        </p:nvSpPr>
        <p:spPr>
          <a:xfrm>
            <a:off x="2057400" y="4952880"/>
            <a:ext cx="5715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  <p:sp>
        <p:nvSpPr>
          <p:cNvPr id="84" name="Text Box 8"/>
          <p:cNvSpPr/>
          <p:nvPr/>
        </p:nvSpPr>
        <p:spPr>
          <a:xfrm>
            <a:off x="1447920" y="4572000"/>
            <a:ext cx="708660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*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3</a:t>
            </a:r>
            <a:r>
              <a:rPr lang="zh-CN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、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5</a:t>
            </a:r>
            <a:r>
              <a:rPr lang="zh-CN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、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6</a:t>
            </a:r>
            <a:r>
              <a:rPr lang="zh-CN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、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8 </a:t>
            </a:r>
            <a:r>
              <a:rPr lang="zh-CN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年级所有学生将在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5 </a:t>
            </a:r>
            <a:r>
              <a:rPr lang="zh-CN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月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14 </a:t>
            </a:r>
            <a:r>
              <a:rPr lang="zh-CN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日参加科学或社会研究测试。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4</a:t>
            </a:r>
            <a:r>
              <a:rPr lang="zh-CN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、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7 </a:t>
            </a:r>
            <a:r>
              <a:rPr lang="zh-CN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年级所有学生将参加科学测试。</a:t>
            </a:r>
            <a:endParaRPr lang="en-US" sz="16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6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  <a:p>
            <a:pPr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**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4</a:t>
            </a:r>
            <a:r>
              <a:rPr lang="zh-CN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、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7 </a:t>
            </a:r>
            <a:r>
              <a:rPr lang="zh-CN" sz="16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宋体"/>
              </a:rPr>
              <a:t>年级所有学生将在此日期参加社会研究测试。</a:t>
            </a:r>
            <a:endParaRPr lang="en-US" sz="1600" b="0" u="none" strike="noStrike">
              <a:solidFill>
                <a:srgbClr val="00B200"/>
              </a:solidFill>
              <a:effectLst/>
              <a:uFillTx/>
              <a:latin typeface="Comic Sans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2009-04-14T21:34:52Z</dcterms:created>
  <dc:creator>zzzusers</dc:creator>
  <dc:description/>
  <dc:language>zh-CN</dc:language>
  <cp:lastModifiedBy>Provence Jake</cp:lastModifiedBy>
  <dcterms:modified xsi:type="dcterms:W3CDTF">2026-05-10T13:35:39Z</dcterms:modified>
  <cp:revision>5</cp:revision>
  <dc:subject/>
  <dc:title>Palmetto Assessment of State Standards</dc:title>
</cp:coreProperties>
</file>