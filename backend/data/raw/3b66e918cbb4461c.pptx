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81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7406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平台、算法与日常关系的重组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68096" y="2834640"/>
            <a:ext cx="1920240" cy="0"/>
          </a:xfrm>
          <a:prstGeom prst="line">
            <a:avLst/>
          </a:prstGeom>
          <a:noFill/>
          <a:ln w="3175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6355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社会信任不再只由熟人关系和制度背书生成，也被评分、推荐与可见性机制持续塑形。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6384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信任机制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46920" y="10515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DDECEF"/>
          </a:solidFill>
          <a:ln w="1016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738360" y="1143000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平台治理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6384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关系网络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46920" y="1764792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DDECEF"/>
          </a:solidFill>
          <a:ln w="1016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38360" y="1856232"/>
            <a:ext cx="12618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26680" y="32004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973568" y="3456432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73568" y="3767328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当信任被数据化之后，个人如何判断“可信”？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问题意识：从现象到解释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212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社会信任不再只由熟人关系和制度背书生成，也被评分、推荐与可见性机制持续塑形。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7840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社会现象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可见的行为、制度或叙事变化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81528" y="3118104"/>
            <a:ext cx="320040" cy="292608"/>
          </a:xfrm>
          <a:prstGeom prst="chevron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61188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DDECE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76732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信任机制 / 平台治理 / 关系网络 / 可见性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70448" y="3118104"/>
            <a:ext cx="320040" cy="292608"/>
          </a:xfrm>
          <a:prstGeom prst="chevron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解释机制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624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资源、规则、关系与技术共同作用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59368" y="3118104"/>
            <a:ext cx="320040" cy="292608"/>
          </a:xfrm>
          <a:prstGeom prst="chevron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189720" y="2788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345168" y="296265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公共意义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45168" y="3273552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个体经验如何连接到社会结构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1353312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48272" y="1554480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研究判断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26680" y="1517904"/>
            <a:ext cx="3154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当信任被数据化之后，个人如何判断“可信”？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分析框架：四个观察维度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81360" cy="42519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传统社会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数字平台社会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研究提示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信任来源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熟人声誉、组织身份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评分、认证、历史记录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声誉从口碑转向可计算指标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风险感知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面对面互动中的经验判断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界面提示与规则条款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风险被平台语言重新包装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责任归属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个人或机构直接承担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用户、平台、算法共同承担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治理边界更难界定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排除机制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圈层与地域限制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信用分层与推荐偏差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技术中立需要被经验检验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A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10881360" cy="475488"/>
          </a:xfrm>
          <a:prstGeom prst="rect">
            <a:avLst/>
          </a:prstGeom>
          <a:solidFill>
            <a:srgbClr val="1D6F78">
              <a:alpha val="95000"/>
            </a:srgbClr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49808" y="5806440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表格为 PowerPoint 原生表格，可直接修改单元格文字、列宽与填色。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案例切入：把抽象概念落到场景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490472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3272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二手交易中的“信用分”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07992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90872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221224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64024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网约车平台的双向评价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8032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38744" y="155448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421624" y="1783080"/>
            <a:ext cx="402336" cy="402336"/>
          </a:xfrm>
          <a:prstGeom prst="arc">
            <a:avLst/>
          </a:prstGeom>
          <a:solidFill>
            <a:srgbClr val="FFFFFF">
              <a:alpha val="0"/>
            </a:srgbClr>
          </a:solidFill>
          <a:ln w="2667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51976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94776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社区团购中的邻里背书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58784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观察它如何呈现结构性问题，并避免只停留在单个事件描述。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212848" y="4709160"/>
            <a:ext cx="7680960" cy="0"/>
          </a:xfrm>
          <a:prstGeom prst="line">
            <a:avLst/>
          </a:prstGeom>
          <a:noFill/>
          <a:ln w="20320">
            <a:solidFill>
              <a:srgbClr val="1D6F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个案描述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研究设计：多方法互证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548640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不同年龄用户对评分、认证、评论的理解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平台文本分析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规则、信用体系与申诉流程的叙事方式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案例比较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出行、二手交易、外卖等场景的信任差异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77240" y="1417320"/>
            <a:ext cx="5486400" cy="475488"/>
          </a:xfrm>
          <a:prstGeom prst="rect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347472" cy="347472"/>
          </a:xfrm>
          <a:prstGeom prst="ellipse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818120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提出问题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88936" y="1892808"/>
            <a:ext cx="0" cy="411480"/>
          </a:xfrm>
          <a:prstGeom prst="line">
            <a:avLst/>
          </a:prstGeom>
          <a:noFill/>
          <a:ln w="1905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315200" y="2313432"/>
            <a:ext cx="347472" cy="347472"/>
          </a:xfrm>
          <a:prstGeom prst="ellipse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818120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采集材料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88936" y="2697480"/>
            <a:ext cx="0" cy="411480"/>
          </a:xfrm>
          <a:prstGeom prst="line">
            <a:avLst/>
          </a:prstGeom>
          <a:noFill/>
          <a:ln w="1905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315200" y="3118104"/>
            <a:ext cx="347472" cy="347472"/>
          </a:xfrm>
          <a:prstGeom prst="ellipse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18120" y="313639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编码比较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88936" y="3502152"/>
            <a:ext cx="0" cy="411480"/>
          </a:xfrm>
          <a:prstGeom prst="line">
            <a:avLst/>
          </a:prstGeom>
          <a:noFill/>
          <a:ln w="1905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7315200" y="3922776"/>
            <a:ext cx="347472" cy="347472"/>
          </a:xfrm>
          <a:prstGeom prst="ellipse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818120" y="3941064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形成解释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40880" y="48920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DDECE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269480" y="5074920"/>
            <a:ext cx="3337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方法选择原则：用材料之间的差异来检验解释，而不是只寻找支持性例子。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课堂讨论：争议点与判断标准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949440" cy="2788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讨论位置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强调效率、创新与治理能力提升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立场 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强调不平等、权力集中与个体处境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是否能解释经验材料，并回应受影响群体的声音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417320"/>
            <a:ext cx="6949440" cy="475488"/>
          </a:xfrm>
          <a:prstGeom prst="rect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4"/>
          <p:cNvSpPr/>
          <p:nvPr/>
        </p:nvSpPr>
        <p:spPr>
          <a:xfrm>
            <a:off x="822960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54964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讨论题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49640" y="2212848"/>
            <a:ext cx="1874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当信任被数据化之后，个人如何判断“可信”？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49640" y="3520440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2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要求：每个判断都要说明材料依据。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结论：三条可带走的判断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118872" cy="713232"/>
          </a:xfrm>
          <a:prstGeom prst="rect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信任的生成机制正在从“关系型”转向“关系 + 数据混合型”。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91640" y="2167128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118872" cy="713232"/>
          </a:xfrm>
          <a:prstGeom prst="rect">
            <a:avLst/>
          </a:prstGeom>
          <a:solidFill>
            <a:srgbClr val="C55A3C"/>
          </a:solidFill>
          <a:ln w="1270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825496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55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779776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可编辑评分并不等于可解释信任，平台规则需要更高透明度。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91640" y="3465576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" y="4105656"/>
            <a:ext cx="118872" cy="713232"/>
          </a:xfrm>
          <a:prstGeom prst="rect">
            <a:avLst/>
          </a:prstGeom>
          <a:solidFill>
            <a:srgbClr val="E7C873"/>
          </a:solidFill>
          <a:ln w="12700">
            <a:solidFill>
              <a:srgbClr val="E7C8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412394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7C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4078224"/>
            <a:ext cx="8778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数字信任研究应同时看界面、制度与用户实践。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91640" y="4764024"/>
            <a:ext cx="8869680" cy="0"/>
          </a:xfrm>
          <a:prstGeom prst="line">
            <a:avLst/>
          </a:prstGeom>
          <a:noFill/>
          <a:ln w="1016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D6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数字时代的社会信任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594360"/>
            <a:ext cx="7040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延伸任务：把主题转化为小研究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143000" cy="0"/>
          </a:xfrm>
          <a:prstGeom prst="line">
            <a:avLst/>
          </a:prstGeom>
          <a:noFill/>
          <a:ln w="27940">
            <a:solidFill>
              <a:srgbClr val="C55A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515600" cy="3063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建议篇幅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选定对象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一个具体场景、群体或事件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提出问题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用“为什么 / 如何”组织研究问题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收集材料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访谈、文本、观察记录或政策资料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类以上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形成解释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用概念说明材料之间的关系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4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1417320"/>
            <a:ext cx="10515600" cy="475488"/>
          </a:xfrm>
          <a:prstGeom prst="rect">
            <a:avLst/>
          </a:prstGeom>
          <a:solidFill>
            <a:srgbClr val="1D6F78"/>
          </a:solidFill>
          <a:ln w="12700">
            <a:solidFill>
              <a:srgbClr val="1D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77240" y="498348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DDECEF"/>
          </a:solidFill>
          <a:ln w="1016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987552" y="5148072"/>
            <a:ext cx="9829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4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建议题目：围绕“当信任被数据化之后，个人如何判断“可信”？”写一份 3 分钟课堂汇报提纲。</a:t>
            </a:r>
            <a:endParaRPr lang="en-US" sz="1050" dirty="0"/>
          </a:p>
        </p:txBody>
      </p:sp>
      <p:sp>
        <p:nvSpPr>
          <p:cNvPr id="5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66928" y="6537960"/>
            <a:ext cx="4846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 / 数字社会研究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5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Macintosh PowerPoint</Application>
  <PresentationFormat>宽屏</PresentationFormat>
  <Paragraphs>138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数字时代的社会信任</dc:title>
  <dc:subject>社会学 / 数字社会研究</dc:subject>
  <dc:creator>OpenAI Codex</dc:creator>
  <cp:lastModifiedBy>Provence Jake</cp:lastModifiedBy>
  <cp:revision>2</cp:revision>
  <dcterms:created xsi:type="dcterms:W3CDTF">2026-05-10T06:45:21Z</dcterms:created>
  <dcterms:modified xsi:type="dcterms:W3CDTF">2026-05-10T07:58:07Z</dcterms:modified>
</cp:coreProperties>
</file>