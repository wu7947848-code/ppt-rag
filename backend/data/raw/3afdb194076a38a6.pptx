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750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7406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推荐机制、情绪传播与公共讨论边界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68096" y="2834640"/>
            <a:ext cx="1920240" cy="0"/>
          </a:xfrm>
          <a:prstGeom prst="line">
            <a:avLst/>
          </a:prstGeom>
          <a:noFill/>
          <a:ln w="3175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6355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算法并不直接制造舆论，却通过排序、推荐和反馈循环改变议题进入公共视野的速度与形态。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6384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议程设置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4692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DDEDE6"/>
          </a:solidFill>
          <a:ln w="1016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73836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6384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情绪动员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4692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DDEDE6"/>
          </a:solidFill>
          <a:ln w="1016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3836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平台责任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26680" y="32004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973568" y="3456432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73568" y="3767328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公共讨论为何常常在“看见更多”中变得更窄？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问题意识：从现象到解释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212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算法并不直接制造舆论，却通过排序、推荐和反馈循环改变议题进入公共视野的速度与形态。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7840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可见的行为、制度或叙事变化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81528" y="3118104"/>
            <a:ext cx="320040" cy="292608"/>
          </a:xfrm>
          <a:prstGeom prst="chevron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61188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DDEDE6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76732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议程设置 / 推荐算法 / 情绪动员 / 平台责任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70448" y="3118104"/>
            <a:ext cx="320040" cy="292608"/>
          </a:xfrm>
          <a:prstGeom prst="chevron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解释机制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624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资源、规则、关系与技术共同作用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59368" y="3118104"/>
            <a:ext cx="320040" cy="292608"/>
          </a:xfrm>
          <a:prstGeom prst="chevron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18972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34516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公共意义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4516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个体经验如何连接到社会结构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1353312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48272" y="1554480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研究判断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26680" y="1517904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公共讨论为何常常在“看见更多”中变得更窄？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分析框架：四个观察维度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81360" cy="42519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平台动作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用户感受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公共影响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按互动率或相关性展示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热门内容更容易被认为重要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议题重要性被可见度放大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依据相似兴趣推送内容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信息流更贴近个人偏好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同质化接触增强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反馈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点赞、转发、停留时长进入模型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情绪表达获得即时回报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强情绪内容更易循环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限流、标注、辟谣、封禁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规则常被感知为不透明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平台权力需要外部监督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10881360" cy="475488"/>
          </a:xfrm>
          <a:prstGeom prst="rect">
            <a:avLst/>
          </a:prstGeom>
          <a:solidFill>
            <a:srgbClr val="2F7D62">
              <a:alpha val="95000"/>
            </a:srgbClr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49808" y="5806440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表格为 PowerPoint 原生表格，可直接修改单元格文字、列宽与填色。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案例切入：把抽象概念落到场景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90472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3272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突发公共事件中的热搜变化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07992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90872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221224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64024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短视频评论区的情绪聚集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8032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38744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421624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51976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94776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辟谣信息的二次传播困境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58784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212848" y="4709160"/>
            <a:ext cx="7680960" cy="0"/>
          </a:xfrm>
          <a:prstGeom prst="line">
            <a:avLst/>
          </a:prstGeom>
          <a:noFill/>
          <a:ln w="20320">
            <a:solidFill>
              <a:srgbClr val="2F7D6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个案描述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研究设计：多方法互证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548640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追踪同一议题在不同平台上的框架变化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用户日记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记录信息流接触路径与情绪变化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识别意见领袖、桥接节点与传播断点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77240" y="1417320"/>
            <a:ext cx="5486400" cy="47548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347472" cy="347472"/>
          </a:xfrm>
          <a:prstGeom prst="ellipse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818120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提出问题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88936" y="1892808"/>
            <a:ext cx="0" cy="411480"/>
          </a:xfrm>
          <a:prstGeom prst="line">
            <a:avLst/>
          </a:prstGeom>
          <a:noFill/>
          <a:ln w="1905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315200" y="2313432"/>
            <a:ext cx="347472" cy="347472"/>
          </a:xfrm>
          <a:prstGeom prst="ellipse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818120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采集材料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88936" y="2697480"/>
            <a:ext cx="0" cy="411480"/>
          </a:xfrm>
          <a:prstGeom prst="line">
            <a:avLst/>
          </a:prstGeom>
          <a:noFill/>
          <a:ln w="1905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315200" y="3118104"/>
            <a:ext cx="347472" cy="347472"/>
          </a:xfrm>
          <a:prstGeom prst="ellipse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18120" y="313639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编码比较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88936" y="3502152"/>
            <a:ext cx="0" cy="411480"/>
          </a:xfrm>
          <a:prstGeom prst="line">
            <a:avLst/>
          </a:prstGeom>
          <a:noFill/>
          <a:ln w="1905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7315200" y="3922776"/>
            <a:ext cx="347472" cy="347472"/>
          </a:xfrm>
          <a:prstGeom prst="ellipse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818120" y="3941064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形成解释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40880" y="48920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DDEDE6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269480" y="5074920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方法选择原则：用材料之间的差异来检验解释，而不是只寻找支持性例子。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课堂讨论：争议点与判断标准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949440" cy="2788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讨论位置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强调效率、创新与治理能力提升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强调不平等、权力集中与个体处境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是否能解释经验材料，并回应受影响群体的声音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417320"/>
            <a:ext cx="6949440" cy="475488"/>
          </a:xfrm>
          <a:prstGeom prst="rect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4"/>
          <p:cNvSpPr/>
          <p:nvPr/>
        </p:nvSpPr>
        <p:spPr>
          <a:xfrm>
            <a:off x="822960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54964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49640" y="2212848"/>
            <a:ext cx="1874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公共讨论为何常常在“看见更多”中变得更窄？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49640" y="352044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要求：每个判断都要说明材料依据。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结论：三条可带走的判断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118872" cy="7132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算法改变了议程设置的基础设施。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91640" y="2167128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118872" cy="713232"/>
          </a:xfrm>
          <a:prstGeom prst="rect">
            <a:avLst/>
          </a:prstGeom>
          <a:solidFill>
            <a:srgbClr val="9A5B8F"/>
          </a:solidFill>
          <a:ln w="1270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825496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5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77977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公共舆论研究要同时分析内容、技术排序与平台治理。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91640" y="3465576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" y="4105656"/>
            <a:ext cx="118872" cy="713232"/>
          </a:xfrm>
          <a:prstGeom prst="rect">
            <a:avLst/>
          </a:prstGeom>
          <a:solidFill>
            <a:srgbClr val="D7A84F"/>
          </a:solidFill>
          <a:ln w="12700">
            <a:solidFill>
              <a:srgbClr val="D7A8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412394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7A8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4078224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透明度、可申诉机制和媒介素养同样重要。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91640" y="4764024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媒介算法与公共舆论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延伸任务：把主题转化为小研究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9A5B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3063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建议篇幅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选定对象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一个具体场景、群体或事件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提出问题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用“为什么 / 如何”组织研究问题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收集材料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访谈、文本、观察记录或政策资料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类以上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形成解释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用概念说明材料之间的关系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1417320"/>
            <a:ext cx="10515600" cy="47548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77240" y="498348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DDEDE6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987552" y="5148072"/>
            <a:ext cx="9829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建议题目：围绕“公共讨论为何常常在“看见更多”中变得更窄？”写一份 3 分钟课堂汇报提纲。</a:t>
            </a:r>
            <a:endParaRPr lang="en-US" sz="1050" dirty="0"/>
          </a:p>
        </p:txBody>
      </p:sp>
      <p:sp>
        <p:nvSpPr>
          <p:cNvPr id="5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D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传播学 / 新媒体研究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Macintosh PowerPoint</Application>
  <PresentationFormat>宽屏</PresentationFormat>
  <Paragraphs>138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媒介算法与公共舆论</dc:title>
  <dc:subject>传播学 / 新媒体研究</dc:subject>
  <dc:creator>OpenAI Codex</dc:creator>
  <cp:lastModifiedBy>Provence Jake</cp:lastModifiedBy>
  <cp:revision>2</cp:revision>
  <dcterms:created xsi:type="dcterms:W3CDTF">2026-05-10T06:45:21Z</dcterms:created>
  <dcterms:modified xsi:type="dcterms:W3CDTF">2026-05-10T07:58:32Z</dcterms:modified>
</cp:coreProperties>
</file>