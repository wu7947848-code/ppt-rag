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757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82296" cy="6858000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685800"/>
            <a:ext cx="5120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B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文化研究 / 城市社会学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8638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城市记忆与地方认同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749808" y="2139696"/>
            <a:ext cx="7406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更新、迁移与日常空间的文化叙事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68096" y="2834640"/>
            <a:ext cx="1920240" cy="0"/>
          </a:xfrm>
          <a:prstGeom prst="line">
            <a:avLst/>
          </a:prstGeom>
          <a:noFill/>
          <a:ln w="3175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63550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城市记忆不是静态遗产，而是在街区更新、居民迁移和公共叙事之间反复协商的结果。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0" y="1051560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863840" y="1143000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集体记忆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46920" y="1051560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E7EAFF"/>
          </a:solidFill>
          <a:ln w="1016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738360" y="1143000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地方感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0" y="1764792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863840" y="1856232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城市更新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46920" y="1764792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E7EAFF"/>
          </a:solidFill>
          <a:ln w="1016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738360" y="1856232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社区参与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26680" y="320040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973568" y="3456432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D86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73568" y="3767328"/>
            <a:ext cx="28346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一座城市如何在变化中保留“可被共同讲述”的过去？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7EA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文化研究 / 城市社会学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B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城市记忆与地方认同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问题意识：从现象到解释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52120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城市记忆不是静态遗产，而是在街区更新、居民迁移和公共叙事之间反复协商的结果。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7840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B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社会现象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可见的行为、制度或叙事变化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81528" y="3118104"/>
            <a:ext cx="320040" cy="292608"/>
          </a:xfrm>
          <a:prstGeom prst="chevron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61188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E7EA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76732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B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6732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集体记忆 / 地方感 / 城市更新 / 社区参与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70448" y="3118104"/>
            <a:ext cx="320040" cy="292608"/>
          </a:xfrm>
          <a:prstGeom prst="chevron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40080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5624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B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解释机制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5624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资源、规则、关系与技术共同作用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59368" y="3118104"/>
            <a:ext cx="320040" cy="292608"/>
          </a:xfrm>
          <a:prstGeom prst="chevron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18972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34516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B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公共意义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4516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个体经验如何连接到社会结构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92240" y="1353312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748272" y="1554480"/>
            <a:ext cx="960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D86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研究判断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26680" y="1517904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一座城市如何在变化中保留“可被共同讲述”的过去？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7EA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文化研究 / 城市社会学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B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城市记忆与地方认同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分析框架：四个观察维度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81360" cy="425196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层面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核心对象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常见冲突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可观察材料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物质空间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街巷、建筑、店铺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保护与商业开发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地图、照片档案、更新方案文本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社会关系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邻里网络、迁移路径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原住民与新居民经验差异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口述史、社区会议记录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公共叙事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城市品牌、展陈、媒体报道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怀旧包装与真实生活脱节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宣传文本、展览说明、新闻报道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日常实践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消费、通勤、节庆活动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空间被观看还是被使用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田野笔记、行为观察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1417320"/>
            <a:ext cx="10881360" cy="475488"/>
          </a:xfrm>
          <a:prstGeom prst="rect">
            <a:avLst/>
          </a:prstGeom>
          <a:solidFill>
            <a:srgbClr val="5B6CFF">
              <a:alpha val="95000"/>
            </a:srgbClr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749808" y="5806440"/>
            <a:ext cx="5760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表格为 PowerPoint 原生表格，可直接修改单元格文字、列宽与填色。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7EA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文化研究 / 城市社会学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B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城市记忆与地方认同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案例切入：把抽象概念落到场景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2971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402336" cy="402336"/>
          </a:xfrm>
          <a:prstGeom prst="arc">
            <a:avLst/>
          </a:prstGeom>
          <a:solidFill>
            <a:srgbClr val="FFFFFF">
              <a:alpha val="0"/>
            </a:srgbClr>
          </a:solidFill>
          <a:ln w="2667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490472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D86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3272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老厂房改造为文化园区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观察它如何呈现结构性问题，并避免只停留在单个事件描述。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507992" y="1554480"/>
            <a:ext cx="2971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690872" y="1783080"/>
            <a:ext cx="402336" cy="402336"/>
          </a:xfrm>
          <a:prstGeom prst="arc">
            <a:avLst/>
          </a:prstGeom>
          <a:solidFill>
            <a:srgbClr val="FFFFFF">
              <a:alpha val="0"/>
            </a:srgbClr>
          </a:solidFill>
          <a:ln w="2667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221224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D86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64024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历史街区旅游化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28032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观察它如何呈现结构性问题，并避免只停留在单个事件描述。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238744" y="1554480"/>
            <a:ext cx="2971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421624" y="1783080"/>
            <a:ext cx="402336" cy="402336"/>
          </a:xfrm>
          <a:prstGeom prst="arc">
            <a:avLst/>
          </a:prstGeom>
          <a:solidFill>
            <a:srgbClr val="FFFFFF">
              <a:alpha val="0"/>
            </a:srgbClr>
          </a:solidFill>
          <a:ln w="2667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951976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D86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94776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城中村更新中的迁居记忆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58784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观察它如何呈现结构性问题，并避免只停留在单个事件描述。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212848" y="4709160"/>
            <a:ext cx="7680960" cy="0"/>
          </a:xfrm>
          <a:prstGeom prst="line">
            <a:avLst/>
          </a:prstGeom>
          <a:noFill/>
          <a:ln w="20320">
            <a:solidFill>
              <a:srgbClr val="5B6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51560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个案描述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21808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机制解释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0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公共讨论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7EA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文化研究 / 城市社会学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B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城市记忆与地方认同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研究设计：多方法互证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5486400" cy="28346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采集内容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口述史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记录居民对街区变化的个人时间线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空间漫游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沿固定路线观察标识、店铺与人流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文本比较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对比官方叙事、商业叙事与居民叙事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777240" y="1417320"/>
            <a:ext cx="5486400" cy="475488"/>
          </a:xfrm>
          <a:prstGeom prst="rect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315200" y="1508760"/>
            <a:ext cx="347472" cy="347472"/>
          </a:xfrm>
          <a:prstGeom prst="ellipse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818120" y="1527048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提出问题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88936" y="1892808"/>
            <a:ext cx="0" cy="411480"/>
          </a:xfrm>
          <a:prstGeom prst="line">
            <a:avLst/>
          </a:prstGeom>
          <a:noFill/>
          <a:ln w="19050">
            <a:solidFill>
              <a:srgbClr val="E7EA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7315200" y="2313432"/>
            <a:ext cx="347472" cy="34747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818120" y="2331720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采集材料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88936" y="2697480"/>
            <a:ext cx="0" cy="411480"/>
          </a:xfrm>
          <a:prstGeom prst="line">
            <a:avLst/>
          </a:prstGeom>
          <a:noFill/>
          <a:ln w="19050">
            <a:solidFill>
              <a:srgbClr val="E7EA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7315200" y="3118104"/>
            <a:ext cx="347472" cy="34747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818120" y="3136392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编码比较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88936" y="3502152"/>
            <a:ext cx="0" cy="411480"/>
          </a:xfrm>
          <a:prstGeom prst="line">
            <a:avLst/>
          </a:prstGeom>
          <a:noFill/>
          <a:ln w="19050">
            <a:solidFill>
              <a:srgbClr val="E7EA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7315200" y="3922776"/>
            <a:ext cx="347472" cy="34747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7818120" y="3941064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形成解释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040880" y="4892040"/>
            <a:ext cx="3794760" cy="685800"/>
          </a:xfrm>
          <a:prstGeom prst="roundRect">
            <a:avLst>
              <a:gd name="adj" fmla="val 10667"/>
            </a:avLst>
          </a:prstGeom>
          <a:solidFill>
            <a:srgbClr val="E7EA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7269480" y="5074920"/>
            <a:ext cx="3337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方法选择原则：用材料之间的差异来检验解释，而不是只寻找支持性例子。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7EA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文化研究 / 城市社会学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B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城市记忆与地方认同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课堂讨论：争议点与判断标准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6949440" cy="2788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讨论位置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核心观点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立场 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强调效率、创新与治理能力提升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立场 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强调不平等、权力集中与个体处境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评价标准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是否能解释经验材料，并回应受影响群体的声音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1417320"/>
            <a:ext cx="6949440" cy="475488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4"/>
          <p:cNvSpPr/>
          <p:nvPr/>
        </p:nvSpPr>
        <p:spPr>
          <a:xfrm>
            <a:off x="8229600" y="14630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8549640" y="1783080"/>
            <a:ext cx="822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D86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讨论题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49640" y="2212848"/>
            <a:ext cx="18745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一座城市如何在变化中保留“可被共同讲述”的过去？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49640" y="3520440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要求：每个判断都要说明材料依据。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7EA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文化研究 / 城市社会学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B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城市记忆与地方认同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结论：三条可带走的判断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118872" cy="713232"/>
          </a:xfrm>
          <a:prstGeom prst="rect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88720" y="152704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B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481328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地方认同来自空间形态，也来自可持续的社会关系。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691640" y="2167128"/>
            <a:ext cx="8869680" cy="0"/>
          </a:xfrm>
          <a:prstGeom prst="line">
            <a:avLst/>
          </a:prstGeom>
          <a:noFill/>
          <a:ln w="1016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118872" cy="71323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88720" y="2825496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D86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2779776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城市更新需要把居民记忆视为规划材料，而不是装饰性故事。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691640" y="3465576"/>
            <a:ext cx="8869680" cy="0"/>
          </a:xfrm>
          <a:prstGeom prst="line">
            <a:avLst/>
          </a:prstGeom>
          <a:noFill/>
          <a:ln w="1016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8680" y="4105656"/>
            <a:ext cx="118872" cy="713232"/>
          </a:xfrm>
          <a:prstGeom prst="rect">
            <a:avLst/>
          </a:prstGeom>
          <a:solidFill>
            <a:srgbClr val="70A288"/>
          </a:solidFill>
          <a:ln w="12700">
            <a:solidFill>
              <a:srgbClr val="70A2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88720" y="4123944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70A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4078224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好的公共叙事应允许多种记忆并存。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91640" y="4764024"/>
            <a:ext cx="8869680" cy="0"/>
          </a:xfrm>
          <a:prstGeom prst="line">
            <a:avLst/>
          </a:prstGeom>
          <a:noFill/>
          <a:ln w="1016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7EA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文化研究 / 城市社会学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B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城市记忆与地方认同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延伸任务：把主题转化为小研究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515600" cy="30632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建议篇幅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选定对象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一个具体场景、群体或事件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提出问题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用“为什么 / 如何”组织研究问题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 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收集材料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访谈、文本、观察记录或政策资料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类以上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形成解释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用概念说明材料之间的关系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 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1417320"/>
            <a:ext cx="10515600" cy="475488"/>
          </a:xfrm>
          <a:prstGeom prst="rect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77240" y="498348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E7EA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987552" y="5148072"/>
            <a:ext cx="9829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建议题目：围绕“一座城市如何在变化中保留“可被共同讲述”的过去？”写一份 3 分钟课堂汇报提纲。</a:t>
            </a:r>
            <a:endParaRPr lang="en-US" sz="1050" dirty="0"/>
          </a:p>
        </p:txBody>
      </p:sp>
      <p:sp>
        <p:nvSpPr>
          <p:cNvPr id="5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7EA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文化研究 / 城市社会学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86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Macintosh PowerPoint</Application>
  <PresentationFormat>宽屏</PresentationFormat>
  <Paragraphs>138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城市记忆与地方认同</dc:title>
  <dc:subject>文化研究 / 城市社会学</dc:subject>
  <dc:creator>OpenAI Codex</dc:creator>
  <cp:lastModifiedBy>Provence Jake</cp:lastModifiedBy>
  <cp:revision>2</cp:revision>
  <dcterms:created xsi:type="dcterms:W3CDTF">2026-05-10T06:45:21Z</dcterms:created>
  <dcterms:modified xsi:type="dcterms:W3CDTF">2026-05-10T07:58:21Z</dcterms:modified>
</cp:coreProperties>
</file>